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</p:sldMasterIdLst>
  <p:notesMasterIdLst>
    <p:notesMasterId r:id="rId23"/>
  </p:notesMasterIdLst>
  <p:handoutMasterIdLst>
    <p:handoutMasterId r:id="rId24"/>
  </p:handoutMasterIdLst>
  <p:sldIdLst>
    <p:sldId id="273" r:id="rId5"/>
    <p:sldId id="274" r:id="rId6"/>
    <p:sldId id="305" r:id="rId7"/>
    <p:sldId id="302" r:id="rId8"/>
    <p:sldId id="301" r:id="rId9"/>
    <p:sldId id="300" r:id="rId10"/>
    <p:sldId id="304" r:id="rId11"/>
    <p:sldId id="303" r:id="rId12"/>
    <p:sldId id="297" r:id="rId13"/>
    <p:sldId id="279" r:id="rId14"/>
    <p:sldId id="285" r:id="rId15"/>
    <p:sldId id="298" r:id="rId16"/>
    <p:sldId id="294" r:id="rId17"/>
    <p:sldId id="291" r:id="rId18"/>
    <p:sldId id="276" r:id="rId19"/>
    <p:sldId id="284" r:id="rId20"/>
    <p:sldId id="295" r:id="rId21"/>
    <p:sldId id="278" r:id="rId2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4D2A8C6D-8E7E-3D6D-DF5C-4854EB989289}" name="Ihor Pankovets" initials="IP" userId="S::eaxsi@student.agh.edu.pl::1f42286e-f009-4b4d-8890-237786f27bb2" providerId="AD"/>
  <p188:author id="{AFD2279C-D1F2-7521-8324-DFE21AC3B05D}" name="Jakub Micał" initials="JM" userId="S::jakubmical@student.agh.edu.pl::54c74fde-de5b-46b3-9146-480d39aca9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3238"/>
    <a:srgbClr val="88BAD1"/>
    <a:srgbClr val="6D95A8"/>
    <a:srgbClr val="4F6A78"/>
    <a:srgbClr val="020818"/>
    <a:srgbClr val="ABB8C3"/>
    <a:srgbClr val="D8BEB2"/>
    <a:srgbClr val="753F2D"/>
    <a:srgbClr val="5E3324"/>
    <a:srgbClr val="8A4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458A9-B7B7-D2C5-0543-1DBC20CFAA2B}" v="18" dt="2025-12-03T13:01:09.076"/>
    <p1510:client id="{1ADAA6FA-9D27-FFF6-8EC1-F8AE5CAE0E23}" v="690" dt="2025-12-03T20:25:04.919"/>
    <p1510:client id="{31F1143F-9CEC-C9DE-A2A9-321DD5E49348}" v="762" dt="2025-12-02T12:01:51.211"/>
    <p1510:client id="{53784DB3-9790-02C5-6C21-1CB6A8C7329E}" v="185" dt="2025-12-03T16:07:00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Micał" userId="S::jakubmical@student.agh.edu.pl::54c74fde-de5b-46b3-9146-480d39aca9e2" providerId="AD" clId="Web-{53784DB3-9790-02C5-6C21-1CB6A8C7329E}"/>
    <pc:docChg chg="addSld delSld modSld sldOrd">
      <pc:chgData name="Jakub Micał" userId="S::jakubmical@student.agh.edu.pl::54c74fde-de5b-46b3-9146-480d39aca9e2" providerId="AD" clId="Web-{53784DB3-9790-02C5-6C21-1CB6A8C7329E}" dt="2025-12-03T16:07:00.626" v="173" actId="14100"/>
      <pc:docMkLst>
        <pc:docMk/>
      </pc:docMkLst>
      <pc:sldChg chg="addSp delSp modSp">
        <pc:chgData name="Jakub Micał" userId="S::jakubmical@student.agh.edu.pl::54c74fde-de5b-46b3-9146-480d39aca9e2" providerId="AD" clId="Web-{53784DB3-9790-02C5-6C21-1CB6A8C7329E}" dt="2025-12-03T16:07:00.626" v="173" actId="14100"/>
        <pc:sldMkLst>
          <pc:docMk/>
          <pc:sldMk cId="3979935532" sldId="274"/>
        </pc:sldMkLst>
        <pc:picChg chg="add mod">
          <ac:chgData name="Jakub Micał" userId="S::jakubmical@student.agh.edu.pl::54c74fde-de5b-46b3-9146-480d39aca9e2" providerId="AD" clId="Web-{53784DB3-9790-02C5-6C21-1CB6A8C7329E}" dt="2025-12-03T16:07:00.626" v="173" actId="14100"/>
          <ac:picMkLst>
            <pc:docMk/>
            <pc:sldMk cId="3979935532" sldId="274"/>
            <ac:picMk id="2" creationId="{5BCA2C44-EAA1-CF66-0804-7D3CFF984E7C}"/>
          </ac:picMkLst>
        </pc:picChg>
        <pc:picChg chg="del">
          <ac:chgData name="Jakub Micał" userId="S::jakubmical@student.agh.edu.pl::54c74fde-de5b-46b3-9146-480d39aca9e2" providerId="AD" clId="Web-{53784DB3-9790-02C5-6C21-1CB6A8C7329E}" dt="2025-12-03T16:06:05.467" v="168"/>
          <ac:picMkLst>
            <pc:docMk/>
            <pc:sldMk cId="3979935532" sldId="274"/>
            <ac:picMk id="3" creationId="{B0280068-C08B-4B9B-D24C-5760E9CFA3A3}"/>
          </ac:picMkLst>
        </pc:picChg>
      </pc:sldChg>
      <pc:sldChg chg="modSp">
        <pc:chgData name="Jakub Micał" userId="S::jakubmical@student.agh.edu.pl::54c74fde-de5b-46b3-9146-480d39aca9e2" providerId="AD" clId="Web-{53784DB3-9790-02C5-6C21-1CB6A8C7329E}" dt="2025-12-03T15:09:57.822" v="16" actId="20577"/>
        <pc:sldMkLst>
          <pc:docMk/>
          <pc:sldMk cId="2416855097" sldId="276"/>
        </pc:sldMkLst>
        <pc:spChg chg="mod">
          <ac:chgData name="Jakub Micał" userId="S::jakubmical@student.agh.edu.pl::54c74fde-de5b-46b3-9146-480d39aca9e2" providerId="AD" clId="Web-{53784DB3-9790-02C5-6C21-1CB6A8C7329E}" dt="2025-12-03T15:09:57.822" v="16" actId="20577"/>
          <ac:spMkLst>
            <pc:docMk/>
            <pc:sldMk cId="2416855097" sldId="276"/>
            <ac:spMk id="10" creationId="{1B8456D4-9F09-636B-13B3-D5AF50737485}"/>
          </ac:spMkLst>
        </pc:spChg>
      </pc:sldChg>
      <pc:sldChg chg="ord">
        <pc:chgData name="Jakub Micał" userId="S::jakubmical@student.agh.edu.pl::54c74fde-de5b-46b3-9146-480d39aca9e2" providerId="AD" clId="Web-{53784DB3-9790-02C5-6C21-1CB6A8C7329E}" dt="2025-12-03T15:06:26.538" v="0"/>
        <pc:sldMkLst>
          <pc:docMk/>
          <pc:sldMk cId="4171127298" sldId="284"/>
        </pc:sldMkLst>
      </pc:sldChg>
      <pc:sldChg chg="addSp delSp">
        <pc:chgData name="Jakub Micał" userId="S::jakubmical@student.agh.edu.pl::54c74fde-de5b-46b3-9146-480d39aca9e2" providerId="AD" clId="Web-{53784DB3-9790-02C5-6C21-1CB6A8C7329E}" dt="2025-12-03T15:23:22.006" v="32"/>
        <pc:sldMkLst>
          <pc:docMk/>
          <pc:sldMk cId="747512386" sldId="285"/>
        </pc:sldMkLst>
        <pc:picChg chg="add del">
          <ac:chgData name="Jakub Micał" userId="S::jakubmical@student.agh.edu.pl::54c74fde-de5b-46b3-9146-480d39aca9e2" providerId="AD" clId="Web-{53784DB3-9790-02C5-6C21-1CB6A8C7329E}" dt="2025-12-03T15:23:21.646" v="31"/>
          <ac:picMkLst>
            <pc:docMk/>
            <pc:sldMk cId="747512386" sldId="285"/>
            <ac:picMk id="15" creationId="{60562606-5ED9-C76E-2318-07B3578C90DC}"/>
          </ac:picMkLst>
        </pc:picChg>
        <pc:picChg chg="add del">
          <ac:chgData name="Jakub Micał" userId="S::jakubmical@student.agh.edu.pl::54c74fde-de5b-46b3-9146-480d39aca9e2" providerId="AD" clId="Web-{53784DB3-9790-02C5-6C21-1CB6A8C7329E}" dt="2025-12-03T15:23:22.006" v="32"/>
          <ac:picMkLst>
            <pc:docMk/>
            <pc:sldMk cId="747512386" sldId="285"/>
            <ac:picMk id="19" creationId="{1A1047D0-26A7-0DC5-C8B1-918770F35DE0}"/>
          </ac:picMkLst>
        </pc:picChg>
      </pc:sldChg>
      <pc:sldChg chg="addSp delSp modSp">
        <pc:chgData name="Jakub Micał" userId="S::jakubmical@student.agh.edu.pl::54c74fde-de5b-46b3-9146-480d39aca9e2" providerId="AD" clId="Web-{53784DB3-9790-02C5-6C21-1CB6A8C7329E}" dt="2025-12-03T15:32:07.784" v="70" actId="20577"/>
        <pc:sldMkLst>
          <pc:docMk/>
          <pc:sldMk cId="3510154614" sldId="291"/>
        </pc:sldMkLst>
        <pc:spChg chg="mod">
          <ac:chgData name="Jakub Micał" userId="S::jakubmical@student.agh.edu.pl::54c74fde-de5b-46b3-9146-480d39aca9e2" providerId="AD" clId="Web-{53784DB3-9790-02C5-6C21-1CB6A8C7329E}" dt="2025-12-03T15:31:57.143" v="65" actId="20577"/>
          <ac:spMkLst>
            <pc:docMk/>
            <pc:sldMk cId="3510154614" sldId="291"/>
            <ac:spMk id="2" creationId="{9A008B07-BCFB-7126-EFBD-0E80C7828983}"/>
          </ac:spMkLst>
        </pc:spChg>
        <pc:spChg chg="mod">
          <ac:chgData name="Jakub Micał" userId="S::jakubmical@student.agh.edu.pl::54c74fde-de5b-46b3-9146-480d39aca9e2" providerId="AD" clId="Web-{53784DB3-9790-02C5-6C21-1CB6A8C7329E}" dt="2025-12-03T15:32:07.784" v="70" actId="20577"/>
          <ac:spMkLst>
            <pc:docMk/>
            <pc:sldMk cId="3510154614" sldId="291"/>
            <ac:spMk id="7" creationId="{8CA14F4D-CC3F-8FDC-77F0-88B7C1646EE9}"/>
          </ac:spMkLst>
        </pc:spChg>
        <pc:spChg chg="mod">
          <ac:chgData name="Jakub Micał" userId="S::jakubmical@student.agh.edu.pl::54c74fde-de5b-46b3-9146-480d39aca9e2" providerId="AD" clId="Web-{53784DB3-9790-02C5-6C21-1CB6A8C7329E}" dt="2025-12-03T15:31:33.875" v="42" actId="14100"/>
          <ac:spMkLst>
            <pc:docMk/>
            <pc:sldMk cId="3510154614" sldId="291"/>
            <ac:spMk id="9" creationId="{B094383D-1884-DA48-B200-397723E74CFC}"/>
          </ac:spMkLst>
        </pc:spChg>
        <pc:picChg chg="add mod">
          <ac:chgData name="Jakub Micał" userId="S::jakubmical@student.agh.edu.pl::54c74fde-de5b-46b3-9146-480d39aca9e2" providerId="AD" clId="Web-{53784DB3-9790-02C5-6C21-1CB6A8C7329E}" dt="2025-12-03T15:31:20.060" v="37" actId="1076"/>
          <ac:picMkLst>
            <pc:docMk/>
            <pc:sldMk cId="3510154614" sldId="291"/>
            <ac:picMk id="3" creationId="{3EF54BC2-5C1A-51A1-CA4C-18D47DC8F07D}"/>
          </ac:picMkLst>
        </pc:picChg>
        <pc:picChg chg="del">
          <ac:chgData name="Jakub Micał" userId="S::jakubmical@student.agh.edu.pl::54c74fde-de5b-46b3-9146-480d39aca9e2" providerId="AD" clId="Web-{53784DB3-9790-02C5-6C21-1CB6A8C7329E}" dt="2025-12-03T15:31:14.512" v="35"/>
          <ac:picMkLst>
            <pc:docMk/>
            <pc:sldMk cId="3510154614" sldId="291"/>
            <ac:picMk id="6" creationId="{F20BCECB-C761-A91E-6AC1-AD2D1A043E32}"/>
          </ac:picMkLst>
        </pc:picChg>
      </pc:sldChg>
      <pc:sldChg chg="del">
        <pc:chgData name="Jakub Micał" userId="S::jakubmical@student.agh.edu.pl::54c74fde-de5b-46b3-9146-480d39aca9e2" providerId="AD" clId="Web-{53784DB3-9790-02C5-6C21-1CB6A8C7329E}" dt="2025-12-03T15:09:46.650" v="12"/>
        <pc:sldMkLst>
          <pc:docMk/>
          <pc:sldMk cId="3818246734" sldId="292"/>
        </pc:sldMkLst>
      </pc:sldChg>
      <pc:sldChg chg="addSp delSp modSp add del ord">
        <pc:chgData name="Jakub Micał" userId="S::jakubmical@student.agh.edu.pl::54c74fde-de5b-46b3-9146-480d39aca9e2" providerId="AD" clId="Web-{53784DB3-9790-02C5-6C21-1CB6A8C7329E}" dt="2025-12-03T16:06:26.562" v="171"/>
        <pc:sldMkLst>
          <pc:docMk/>
          <pc:sldMk cId="1896609664" sldId="293"/>
        </pc:sldMkLst>
        <pc:spChg chg="mod">
          <ac:chgData name="Jakub Micał" userId="S::jakubmical@student.agh.edu.pl::54c74fde-de5b-46b3-9146-480d39aca9e2" providerId="AD" clId="Web-{53784DB3-9790-02C5-6C21-1CB6A8C7329E}" dt="2025-12-03T15:35:54.583" v="149" actId="14100"/>
          <ac:spMkLst>
            <pc:docMk/>
            <pc:sldMk cId="1896609664" sldId="293"/>
            <ac:spMk id="2" creationId="{3E7B8B5F-A8B8-7E88-598E-CDA5D1E04A6B}"/>
          </ac:spMkLst>
        </pc:spChg>
        <pc:spChg chg="mod">
          <ac:chgData name="Jakub Micał" userId="S::jakubmical@student.agh.edu.pl::54c74fde-de5b-46b3-9146-480d39aca9e2" providerId="AD" clId="Web-{53784DB3-9790-02C5-6C21-1CB6A8C7329E}" dt="2025-12-03T15:36:20.990" v="163" actId="20577"/>
          <ac:spMkLst>
            <pc:docMk/>
            <pc:sldMk cId="1896609664" sldId="293"/>
            <ac:spMk id="7" creationId="{E72ECC5C-A095-D94A-395D-76A9CED0A43D}"/>
          </ac:spMkLst>
        </pc:spChg>
        <pc:spChg chg="mod">
          <ac:chgData name="Jakub Micał" userId="S::jakubmical@student.agh.edu.pl::54c74fde-de5b-46b3-9146-480d39aca9e2" providerId="AD" clId="Web-{53784DB3-9790-02C5-6C21-1CB6A8C7329E}" dt="2025-12-03T15:35:51.802" v="148" actId="14100"/>
          <ac:spMkLst>
            <pc:docMk/>
            <pc:sldMk cId="1896609664" sldId="293"/>
            <ac:spMk id="9" creationId="{E6B76E37-725E-C66A-D3DC-DFED3DED4FA8}"/>
          </ac:spMkLst>
        </pc:spChg>
        <pc:picChg chg="add mod">
          <ac:chgData name="Jakub Micał" userId="S::jakubmical@student.agh.edu.pl::54c74fde-de5b-46b3-9146-480d39aca9e2" providerId="AD" clId="Web-{53784DB3-9790-02C5-6C21-1CB6A8C7329E}" dt="2025-12-03T15:35:48.271" v="147" actId="1076"/>
          <ac:picMkLst>
            <pc:docMk/>
            <pc:sldMk cId="1896609664" sldId="293"/>
            <ac:picMk id="3" creationId="{D8D00C79-D96A-1E18-E943-B32D05064A91}"/>
          </ac:picMkLst>
        </pc:picChg>
        <pc:picChg chg="del">
          <ac:chgData name="Jakub Micał" userId="S::jakubmical@student.agh.edu.pl::54c74fde-de5b-46b3-9146-480d39aca9e2" providerId="AD" clId="Web-{53784DB3-9790-02C5-6C21-1CB6A8C7329E}" dt="2025-12-03T15:35:46.411" v="146"/>
          <ac:picMkLst>
            <pc:docMk/>
            <pc:sldMk cId="1896609664" sldId="293"/>
            <ac:picMk id="6" creationId="{CB024265-A77A-B867-40AC-C3A1B8E99822}"/>
          </ac:picMkLst>
        </pc:picChg>
      </pc:sldChg>
    </pc:docChg>
  </pc:docChgLst>
  <pc:docChgLst>
    <pc:chgData name="Jakub Micał" userId="S::jakubmical@student.agh.edu.pl::54c74fde-de5b-46b3-9146-480d39aca9e2" providerId="AD" clId="Web-{1ADAA6FA-9D27-FFF6-8EC1-F8AE5CAE0E23}"/>
    <pc:docChg chg="addSld delSld modSld sldOrd">
      <pc:chgData name="Jakub Micał" userId="S::jakubmical@student.agh.edu.pl::54c74fde-de5b-46b3-9146-480d39aca9e2" providerId="AD" clId="Web-{1ADAA6FA-9D27-FFF6-8EC1-F8AE5CAE0E23}" dt="2025-12-03T20:25:04.669" v="654" actId="20577"/>
      <pc:docMkLst>
        <pc:docMk/>
      </pc:docMkLst>
      <pc:sldChg chg="add del">
        <pc:chgData name="Jakub Micał" userId="S::jakubmical@student.agh.edu.pl::54c74fde-de5b-46b3-9146-480d39aca9e2" providerId="AD" clId="Web-{1ADAA6FA-9D27-FFF6-8EC1-F8AE5CAE0E23}" dt="2025-12-03T19:54:03.638" v="4"/>
        <pc:sldMkLst>
          <pc:docMk/>
          <pc:sldMk cId="3979935532" sldId="274"/>
        </pc:sldMkLst>
      </pc:sldChg>
      <pc:sldChg chg="modSp">
        <pc:chgData name="Jakub Micał" userId="S::jakubmical@student.agh.edu.pl::54c74fde-de5b-46b3-9146-480d39aca9e2" providerId="AD" clId="Web-{1ADAA6FA-9D27-FFF6-8EC1-F8AE5CAE0E23}" dt="2025-12-03T20:18:14.532" v="609" actId="20577"/>
        <pc:sldMkLst>
          <pc:docMk/>
          <pc:sldMk cId="747512386" sldId="285"/>
        </pc:sldMkLst>
        <pc:spChg chg="mod">
          <ac:chgData name="Jakub Micał" userId="S::jakubmical@student.agh.edu.pl::54c74fde-de5b-46b3-9146-480d39aca9e2" providerId="AD" clId="Web-{1ADAA6FA-9D27-FFF6-8EC1-F8AE5CAE0E23}" dt="2025-12-03T20:18:14.532" v="609" actId="20577"/>
          <ac:spMkLst>
            <pc:docMk/>
            <pc:sldMk cId="747512386" sldId="285"/>
            <ac:spMk id="7" creationId="{1B0BE5CF-BF16-864A-6BB5-2BF4B6C68052}"/>
          </ac:spMkLst>
        </pc:spChg>
      </pc:sldChg>
      <pc:sldChg chg="modTransition">
        <pc:chgData name="Jakub Micał" userId="S::jakubmical@student.agh.edu.pl::54c74fde-de5b-46b3-9146-480d39aca9e2" providerId="AD" clId="Web-{1ADAA6FA-9D27-FFF6-8EC1-F8AE5CAE0E23}" dt="2025-12-03T20:18:35.971" v="610"/>
        <pc:sldMkLst>
          <pc:docMk/>
          <pc:sldMk cId="2824659628" sldId="297"/>
        </pc:sldMkLst>
      </pc:sldChg>
      <pc:sldChg chg="del">
        <pc:chgData name="Jakub Micał" userId="S::jakubmical@student.agh.edu.pl::54c74fde-de5b-46b3-9146-480d39aca9e2" providerId="AD" clId="Web-{1ADAA6FA-9D27-FFF6-8EC1-F8AE5CAE0E23}" dt="2025-12-03T20:05:21.309" v="361"/>
        <pc:sldMkLst>
          <pc:docMk/>
          <pc:sldMk cId="3331462628" sldId="299"/>
        </pc:sldMkLst>
      </pc:sldChg>
      <pc:sldChg chg="addSp delSp modSp ord">
        <pc:chgData name="Jakub Micał" userId="S::jakubmical@student.agh.edu.pl::54c74fde-de5b-46b3-9146-480d39aca9e2" providerId="AD" clId="Web-{1ADAA6FA-9D27-FFF6-8EC1-F8AE5CAE0E23}" dt="2025-12-03T20:25:04.669" v="654" actId="20577"/>
        <pc:sldMkLst>
          <pc:docMk/>
          <pc:sldMk cId="4273213890" sldId="300"/>
        </pc:sldMkLst>
        <pc:spChg chg="mod">
          <ac:chgData name="Jakub Micał" userId="S::jakubmical@student.agh.edu.pl::54c74fde-de5b-46b3-9146-480d39aca9e2" providerId="AD" clId="Web-{1ADAA6FA-9D27-FFF6-8EC1-F8AE5CAE0E23}" dt="2025-12-03T20:25:04.669" v="654" actId="20577"/>
          <ac:spMkLst>
            <pc:docMk/>
            <pc:sldMk cId="4273213890" sldId="300"/>
            <ac:spMk id="7" creationId="{D495515B-1CA4-6183-6972-959C59B8010B}"/>
          </ac:spMkLst>
        </pc:spChg>
        <pc:spChg chg="mod">
          <ac:chgData name="Jakub Micał" userId="S::jakubmical@student.agh.edu.pl::54c74fde-de5b-46b3-9146-480d39aca9e2" providerId="AD" clId="Web-{1ADAA6FA-9D27-FFF6-8EC1-F8AE5CAE0E23}" dt="2025-12-03T20:09:08.881" v="445" actId="20577"/>
          <ac:spMkLst>
            <pc:docMk/>
            <pc:sldMk cId="4273213890" sldId="300"/>
            <ac:spMk id="9" creationId="{BCBEBBDE-F450-9759-C6E8-7438A7F6F4E5}"/>
          </ac:spMkLst>
        </pc:spChg>
        <pc:picChg chg="del">
          <ac:chgData name="Jakub Micał" userId="S::jakubmical@student.agh.edu.pl::54c74fde-de5b-46b3-9146-480d39aca9e2" providerId="AD" clId="Web-{1ADAA6FA-9D27-FFF6-8EC1-F8AE5CAE0E23}" dt="2025-12-03T20:04:05.384" v="327"/>
          <ac:picMkLst>
            <pc:docMk/>
            <pc:sldMk cId="4273213890" sldId="300"/>
            <ac:picMk id="2" creationId="{FD563F0B-4C1E-B46D-CE63-BB6826DF2B83}"/>
          </ac:picMkLst>
        </pc:picChg>
        <pc:picChg chg="add mod">
          <ac:chgData name="Jakub Micał" userId="S::jakubmical@student.agh.edu.pl::54c74fde-de5b-46b3-9146-480d39aca9e2" providerId="AD" clId="Web-{1ADAA6FA-9D27-FFF6-8EC1-F8AE5CAE0E23}" dt="2025-12-03T20:17:33.110" v="596" actId="1076"/>
          <ac:picMkLst>
            <pc:docMk/>
            <pc:sldMk cId="4273213890" sldId="300"/>
            <ac:picMk id="3" creationId="{FBB6C917-318F-448D-9432-30686DB48161}"/>
          </ac:picMkLst>
        </pc:picChg>
      </pc:sldChg>
      <pc:sldChg chg="new add del ord">
        <pc:chgData name="Jakub Micał" userId="S::jakubmical@student.agh.edu.pl::54c74fde-de5b-46b3-9146-480d39aca9e2" providerId="AD" clId="Web-{1ADAA6FA-9D27-FFF6-8EC1-F8AE5CAE0E23}" dt="2025-12-03T19:54:05.388" v="6"/>
        <pc:sldMkLst>
          <pc:docMk/>
          <pc:sldMk cId="1622474859" sldId="301"/>
        </pc:sldMkLst>
      </pc:sldChg>
      <pc:sldChg chg="addSp delSp modSp add ord replId">
        <pc:chgData name="Jakub Micał" userId="S::jakubmical@student.agh.edu.pl::54c74fde-de5b-46b3-9146-480d39aca9e2" providerId="AD" clId="Web-{1ADAA6FA-9D27-FFF6-8EC1-F8AE5CAE0E23}" dt="2025-12-03T20:20:26.779" v="619" actId="14100"/>
        <pc:sldMkLst>
          <pc:docMk/>
          <pc:sldMk cId="3784695194" sldId="301"/>
        </pc:sldMkLst>
        <pc:spChg chg="mod ord">
          <ac:chgData name="Jakub Micał" userId="S::jakubmical@student.agh.edu.pl::54c74fde-de5b-46b3-9146-480d39aca9e2" providerId="AD" clId="Web-{1ADAA6FA-9D27-FFF6-8EC1-F8AE5CAE0E23}" dt="2025-12-03T20:00:49.848" v="228" actId="20577"/>
          <ac:spMkLst>
            <pc:docMk/>
            <pc:sldMk cId="3784695194" sldId="301"/>
            <ac:spMk id="7" creationId="{2063A024-0642-E5DE-01E8-3AFA784DB05B}"/>
          </ac:spMkLst>
        </pc:spChg>
        <pc:spChg chg="mod">
          <ac:chgData name="Jakub Micał" userId="S::jakubmical@student.agh.edu.pl::54c74fde-de5b-46b3-9146-480d39aca9e2" providerId="AD" clId="Web-{1ADAA6FA-9D27-FFF6-8EC1-F8AE5CAE0E23}" dt="2025-12-03T19:59:24.128" v="150" actId="14100"/>
          <ac:spMkLst>
            <pc:docMk/>
            <pc:sldMk cId="3784695194" sldId="301"/>
            <ac:spMk id="9" creationId="{611FE917-EDC8-82C4-BFF5-6C4B4911B32F}"/>
          </ac:spMkLst>
        </pc:spChg>
        <pc:picChg chg="del">
          <ac:chgData name="Jakub Micał" userId="S::jakubmical@student.agh.edu.pl::54c74fde-de5b-46b3-9146-480d39aca9e2" providerId="AD" clId="Web-{1ADAA6FA-9D27-FFF6-8EC1-F8AE5CAE0E23}" dt="2025-12-03T19:54:57.624" v="18"/>
          <ac:picMkLst>
            <pc:docMk/>
            <pc:sldMk cId="3784695194" sldId="301"/>
            <ac:picMk id="2" creationId="{B737D62A-4632-0F59-8F53-A1C820AEA762}"/>
          </ac:picMkLst>
        </pc:picChg>
        <pc:picChg chg="add mod ord">
          <ac:chgData name="Jakub Micał" userId="S::jakubmical@student.agh.edu.pl::54c74fde-de5b-46b3-9146-480d39aca9e2" providerId="AD" clId="Web-{1ADAA6FA-9D27-FFF6-8EC1-F8AE5CAE0E23}" dt="2025-12-03T20:20:02.855" v="616"/>
          <ac:picMkLst>
            <pc:docMk/>
            <pc:sldMk cId="3784695194" sldId="301"/>
            <ac:picMk id="3" creationId="{606E1E6D-C2F9-D07F-8339-0D6BFF06F025}"/>
          </ac:picMkLst>
        </pc:picChg>
        <pc:picChg chg="add del mod">
          <ac:chgData name="Jakub Micał" userId="S::jakubmical@student.agh.edu.pl::54c74fde-de5b-46b3-9146-480d39aca9e2" providerId="AD" clId="Web-{1ADAA6FA-9D27-FFF6-8EC1-F8AE5CAE0E23}" dt="2025-12-03T19:57:51.643" v="132"/>
          <ac:picMkLst>
            <pc:docMk/>
            <pc:sldMk cId="3784695194" sldId="301"/>
            <ac:picMk id="6" creationId="{3D09142F-4B64-B9CB-3456-20094664F984}"/>
          </ac:picMkLst>
        </pc:picChg>
        <pc:picChg chg="add del mod">
          <ac:chgData name="Jakub Micał" userId="S::jakubmical@student.agh.edu.pl::54c74fde-de5b-46b3-9146-480d39aca9e2" providerId="AD" clId="Web-{1ADAA6FA-9D27-FFF6-8EC1-F8AE5CAE0E23}" dt="2025-12-03T19:57:20.751" v="121"/>
          <ac:picMkLst>
            <pc:docMk/>
            <pc:sldMk cId="3784695194" sldId="301"/>
            <ac:picMk id="8" creationId="{568E6CF9-8568-338C-F3BA-332533794E61}"/>
          </ac:picMkLst>
        </pc:picChg>
        <pc:picChg chg="add mod">
          <ac:chgData name="Jakub Micał" userId="S::jakubmical@student.agh.edu.pl::54c74fde-de5b-46b3-9146-480d39aca9e2" providerId="AD" clId="Web-{1ADAA6FA-9D27-FFF6-8EC1-F8AE5CAE0E23}" dt="2025-12-03T20:20:26.779" v="619" actId="14100"/>
          <ac:picMkLst>
            <pc:docMk/>
            <pc:sldMk cId="3784695194" sldId="301"/>
            <ac:picMk id="10" creationId="{C4393E1D-F9B5-19BF-1980-1B95E4277306}"/>
          </ac:picMkLst>
        </pc:picChg>
      </pc:sldChg>
      <pc:sldChg chg="addSp delSp modSp add ord replId">
        <pc:chgData name="Jakub Micał" userId="S::jakubmical@student.agh.edu.pl::54c74fde-de5b-46b3-9146-480d39aca9e2" providerId="AD" clId="Web-{1ADAA6FA-9D27-FFF6-8EC1-F8AE5CAE0E23}" dt="2025-12-03T20:23:13.570" v="640" actId="20577"/>
        <pc:sldMkLst>
          <pc:docMk/>
          <pc:sldMk cId="402642790" sldId="302"/>
        </pc:sldMkLst>
        <pc:spChg chg="mod">
          <ac:chgData name="Jakub Micał" userId="S::jakubmical@student.agh.edu.pl::54c74fde-de5b-46b3-9146-480d39aca9e2" providerId="AD" clId="Web-{1ADAA6FA-9D27-FFF6-8EC1-F8AE5CAE0E23}" dt="2025-12-03T20:23:13.570" v="640" actId="20577"/>
          <ac:spMkLst>
            <pc:docMk/>
            <pc:sldMk cId="402642790" sldId="302"/>
            <ac:spMk id="7" creationId="{62E4EFFA-68B8-F961-02D9-C1C1A2F313B0}"/>
          </ac:spMkLst>
        </pc:spChg>
        <pc:spChg chg="mod">
          <ac:chgData name="Jakub Micał" userId="S::jakubmical@student.agh.edu.pl::54c74fde-de5b-46b3-9146-480d39aca9e2" providerId="AD" clId="Web-{1ADAA6FA-9D27-FFF6-8EC1-F8AE5CAE0E23}" dt="2025-12-03T20:07:59.113" v="400" actId="20577"/>
          <ac:spMkLst>
            <pc:docMk/>
            <pc:sldMk cId="402642790" sldId="302"/>
            <ac:spMk id="9" creationId="{4244CA94-7B92-5476-5A14-C77B7DC740D9}"/>
          </ac:spMkLst>
        </pc:spChg>
        <pc:picChg chg="del">
          <ac:chgData name="Jakub Micał" userId="S::jakubmical@student.agh.edu.pl::54c74fde-de5b-46b3-9146-480d39aca9e2" providerId="AD" clId="Web-{1ADAA6FA-9D27-FFF6-8EC1-F8AE5CAE0E23}" dt="2025-12-03T20:06:31.346" v="364"/>
          <ac:picMkLst>
            <pc:docMk/>
            <pc:sldMk cId="402642790" sldId="302"/>
            <ac:picMk id="2" creationId="{F5331B84-7EC4-DAB1-01B5-7EE27BE9580E}"/>
          </ac:picMkLst>
        </pc:picChg>
        <pc:picChg chg="add mod">
          <ac:chgData name="Jakub Micał" userId="S::jakubmical@student.agh.edu.pl::54c74fde-de5b-46b3-9146-480d39aca9e2" providerId="AD" clId="Web-{1ADAA6FA-9D27-FFF6-8EC1-F8AE5CAE0E23}" dt="2025-12-03T20:06:43.579" v="368" actId="1076"/>
          <ac:picMkLst>
            <pc:docMk/>
            <pc:sldMk cId="402642790" sldId="302"/>
            <ac:picMk id="3" creationId="{908A111C-6E78-A394-12DB-DD53CFE68390}"/>
          </ac:picMkLst>
        </pc:picChg>
      </pc:sldChg>
      <pc:sldChg chg="addSp delSp modSp add replId">
        <pc:chgData name="Jakub Micał" userId="S::jakubmical@student.agh.edu.pl::54c74fde-de5b-46b3-9146-480d39aca9e2" providerId="AD" clId="Web-{1ADAA6FA-9D27-FFF6-8EC1-F8AE5CAE0E23}" dt="2025-12-03T20:24:13.714" v="652" actId="20577"/>
        <pc:sldMkLst>
          <pc:docMk/>
          <pc:sldMk cId="2742052600" sldId="303"/>
        </pc:sldMkLst>
        <pc:spChg chg="mod">
          <ac:chgData name="Jakub Micał" userId="S::jakubmical@student.agh.edu.pl::54c74fde-de5b-46b3-9146-480d39aca9e2" providerId="AD" clId="Web-{1ADAA6FA-9D27-FFF6-8EC1-F8AE5CAE0E23}" dt="2025-12-03T20:24:13.714" v="652" actId="20577"/>
          <ac:spMkLst>
            <pc:docMk/>
            <pc:sldMk cId="2742052600" sldId="303"/>
            <ac:spMk id="7" creationId="{04A77A05-E72D-BA78-9D79-9AEF7894F46C}"/>
          </ac:spMkLst>
        </pc:spChg>
        <pc:spChg chg="mod">
          <ac:chgData name="Jakub Micał" userId="S::jakubmical@student.agh.edu.pl::54c74fde-de5b-46b3-9146-480d39aca9e2" providerId="AD" clId="Web-{1ADAA6FA-9D27-FFF6-8EC1-F8AE5CAE0E23}" dt="2025-12-03T20:21:03.578" v="628" actId="20577"/>
          <ac:spMkLst>
            <pc:docMk/>
            <pc:sldMk cId="2742052600" sldId="303"/>
            <ac:spMk id="9" creationId="{10F51877-A026-F24A-C06D-87F38EB85711}"/>
          </ac:spMkLst>
        </pc:spChg>
        <pc:picChg chg="add mod">
          <ac:chgData name="Jakub Micał" userId="S::jakubmical@student.agh.edu.pl::54c74fde-de5b-46b3-9146-480d39aca9e2" providerId="AD" clId="Web-{1ADAA6FA-9D27-FFF6-8EC1-F8AE5CAE0E23}" dt="2025-12-03T20:22:08.754" v="637" actId="14100"/>
          <ac:picMkLst>
            <pc:docMk/>
            <pc:sldMk cId="2742052600" sldId="303"/>
            <ac:picMk id="2" creationId="{3421BA95-A304-8354-C407-48AE76F0C680}"/>
          </ac:picMkLst>
        </pc:picChg>
        <pc:picChg chg="del">
          <ac:chgData name="Jakub Micał" userId="S::jakubmical@student.agh.edu.pl::54c74fde-de5b-46b3-9146-480d39aca9e2" providerId="AD" clId="Web-{1ADAA6FA-9D27-FFF6-8EC1-F8AE5CAE0E23}" dt="2025-12-03T20:11:17.884" v="487"/>
          <ac:picMkLst>
            <pc:docMk/>
            <pc:sldMk cId="2742052600" sldId="303"/>
            <ac:picMk id="3" creationId="{4FF0B8CB-C245-AC65-89ED-6CB88F4D1EDF}"/>
          </ac:picMkLst>
        </pc:picChg>
      </pc:sldChg>
      <pc:sldChg chg="addSp delSp modSp add replId">
        <pc:chgData name="Jakub Micał" userId="S::jakubmical@student.agh.edu.pl::54c74fde-de5b-46b3-9146-480d39aca9e2" providerId="AD" clId="Web-{1ADAA6FA-9D27-FFF6-8EC1-F8AE5CAE0E23}" dt="2025-12-03T20:20:58.906" v="627" actId="20577"/>
        <pc:sldMkLst>
          <pc:docMk/>
          <pc:sldMk cId="2534648633" sldId="304"/>
        </pc:sldMkLst>
        <pc:spChg chg="del">
          <ac:chgData name="Jakub Micał" userId="S::jakubmical@student.agh.edu.pl::54c74fde-de5b-46b3-9146-480d39aca9e2" providerId="AD" clId="Web-{1ADAA6FA-9D27-FFF6-8EC1-F8AE5CAE0E23}" dt="2025-12-03T20:12:55.183" v="548"/>
          <ac:spMkLst>
            <pc:docMk/>
            <pc:sldMk cId="2534648633" sldId="304"/>
            <ac:spMk id="7" creationId="{3C31CA99-8B24-6C8C-F981-D412F473974A}"/>
          </ac:spMkLst>
        </pc:spChg>
        <pc:spChg chg="mod">
          <ac:chgData name="Jakub Micał" userId="S::jakubmical@student.agh.edu.pl::54c74fde-de5b-46b3-9146-480d39aca9e2" providerId="AD" clId="Web-{1ADAA6FA-9D27-FFF6-8EC1-F8AE5CAE0E23}" dt="2025-12-03T20:20:58.906" v="627" actId="20577"/>
          <ac:spMkLst>
            <pc:docMk/>
            <pc:sldMk cId="2534648633" sldId="304"/>
            <ac:spMk id="9" creationId="{2B324227-8A6D-AD1C-5757-EA9E41389999}"/>
          </ac:spMkLst>
        </pc:spChg>
        <pc:spChg chg="add mod">
          <ac:chgData name="Jakub Micał" userId="S::jakubmical@student.agh.edu.pl::54c74fde-de5b-46b3-9146-480d39aca9e2" providerId="AD" clId="Web-{1ADAA6FA-9D27-FFF6-8EC1-F8AE5CAE0E23}" dt="2025-12-03T20:17:09.906" v="591" actId="14100"/>
          <ac:spMkLst>
            <pc:docMk/>
            <pc:sldMk cId="2534648633" sldId="304"/>
            <ac:spMk id="14" creationId="{53C50E84-7485-9F9D-5892-5E493A2A7D0C}"/>
          </ac:spMkLst>
        </pc:spChg>
        <pc:picChg chg="add del mod">
          <ac:chgData name="Jakub Micał" userId="S::jakubmical@student.agh.edu.pl::54c74fde-de5b-46b3-9146-480d39aca9e2" providerId="AD" clId="Web-{1ADAA6FA-9D27-FFF6-8EC1-F8AE5CAE0E23}" dt="2025-12-03T20:14:09.794" v="565"/>
          <ac:picMkLst>
            <pc:docMk/>
            <pc:sldMk cId="2534648633" sldId="304"/>
            <ac:picMk id="2" creationId="{29272950-091F-8F3F-ADD6-7613F8A849F4}"/>
          </ac:picMkLst>
        </pc:picChg>
        <pc:picChg chg="del">
          <ac:chgData name="Jakub Micał" userId="S::jakubmical@student.agh.edu.pl::54c74fde-de5b-46b3-9146-480d39aca9e2" providerId="AD" clId="Web-{1ADAA6FA-9D27-FFF6-8EC1-F8AE5CAE0E23}" dt="2025-12-03T20:12:54.777" v="547"/>
          <ac:picMkLst>
            <pc:docMk/>
            <pc:sldMk cId="2534648633" sldId="304"/>
            <ac:picMk id="3" creationId="{8BF6BCEB-A4AA-3E48-E5DB-350C70530EC1}"/>
          </ac:picMkLst>
        </pc:picChg>
        <pc:picChg chg="add del mod">
          <ac:chgData name="Jakub Micał" userId="S::jakubmical@student.agh.edu.pl::54c74fde-de5b-46b3-9146-480d39aca9e2" providerId="AD" clId="Web-{1ADAA6FA-9D27-FFF6-8EC1-F8AE5CAE0E23}" dt="2025-12-03T20:13:43.653" v="559"/>
          <ac:picMkLst>
            <pc:docMk/>
            <pc:sldMk cId="2534648633" sldId="304"/>
            <ac:picMk id="6" creationId="{EF578FA7-79C5-9795-ABEE-2FC12E3718A1}"/>
          </ac:picMkLst>
        </pc:picChg>
        <pc:picChg chg="add del mod">
          <ac:chgData name="Jakub Micał" userId="S::jakubmical@student.agh.edu.pl::54c74fde-de5b-46b3-9146-480d39aca9e2" providerId="AD" clId="Web-{1ADAA6FA-9D27-FFF6-8EC1-F8AE5CAE0E23}" dt="2025-12-03T20:15:01.748" v="568"/>
          <ac:picMkLst>
            <pc:docMk/>
            <pc:sldMk cId="2534648633" sldId="304"/>
            <ac:picMk id="8" creationId="{B543F9FC-DBD8-8C67-8639-9C61520E4219}"/>
          </ac:picMkLst>
        </pc:picChg>
        <pc:picChg chg="add mod">
          <ac:chgData name="Jakub Micał" userId="S::jakubmical@student.agh.edu.pl::54c74fde-de5b-46b3-9146-480d39aca9e2" providerId="AD" clId="Web-{1ADAA6FA-9D27-FFF6-8EC1-F8AE5CAE0E23}" dt="2025-12-03T20:16:54.328" v="588" actId="1076"/>
          <ac:picMkLst>
            <pc:docMk/>
            <pc:sldMk cId="2534648633" sldId="304"/>
            <ac:picMk id="10" creationId="{1C50D40D-9E96-3A3E-52A5-20921075A57B}"/>
          </ac:picMkLst>
        </pc:picChg>
        <pc:picChg chg="add mod modCrop">
          <ac:chgData name="Jakub Micał" userId="S::jakubmical@student.agh.edu.pl::54c74fde-de5b-46b3-9146-480d39aca9e2" providerId="AD" clId="Web-{1ADAA6FA-9D27-FFF6-8EC1-F8AE5CAE0E23}" dt="2025-12-03T20:16:57.843" v="589" actId="1076"/>
          <ac:picMkLst>
            <pc:docMk/>
            <pc:sldMk cId="2534648633" sldId="304"/>
            <ac:picMk id="11" creationId="{6904EC85-482A-659F-B6F2-F52E50844F0E}"/>
          </ac:picMkLst>
        </pc:picChg>
      </pc:sldChg>
      <pc:sldChg chg="modSp add ord replId">
        <pc:chgData name="Jakub Micał" userId="S::jakubmical@student.agh.edu.pl::54c74fde-de5b-46b3-9146-480d39aca9e2" providerId="AD" clId="Web-{1ADAA6FA-9D27-FFF6-8EC1-F8AE5CAE0E23}" dt="2025-12-03T20:21:22.189" v="634"/>
        <pc:sldMkLst>
          <pc:docMk/>
          <pc:sldMk cId="1347776738" sldId="305"/>
        </pc:sldMkLst>
        <pc:spChg chg="mod">
          <ac:chgData name="Jakub Micał" userId="S::jakubmical@student.agh.edu.pl::54c74fde-de5b-46b3-9146-480d39aca9e2" providerId="AD" clId="Web-{1ADAA6FA-9D27-FFF6-8EC1-F8AE5CAE0E23}" dt="2025-12-03T20:21:14.970" v="632" actId="20577"/>
          <ac:spMkLst>
            <pc:docMk/>
            <pc:sldMk cId="1347776738" sldId="305"/>
            <ac:spMk id="10" creationId="{7B94C7C1-D979-48DF-C9F5-A7622FDFCE5C}"/>
          </ac:spMkLst>
        </pc:spChg>
      </pc:sldChg>
    </pc:docChg>
  </pc:docChgLst>
  <pc:docChgLst>
    <pc:chgData name="Jakub Micał" userId="S::jakubmical@student.agh.edu.pl::54c74fde-de5b-46b3-9146-480d39aca9e2" providerId="AD" clId="Web-{31F1143F-9CEC-C9DE-A2A9-321DD5E49348}"/>
    <pc:docChg chg="addSld delSld modSld sldOrd">
      <pc:chgData name="Jakub Micał" userId="S::jakubmical@student.agh.edu.pl::54c74fde-de5b-46b3-9146-480d39aca9e2" providerId="AD" clId="Web-{31F1143F-9CEC-C9DE-A2A9-321DD5E49348}" dt="2025-12-02T12:01:50.601" v="624" actId="20577"/>
      <pc:docMkLst>
        <pc:docMk/>
      </pc:docMkLst>
      <pc:sldChg chg="addSp delSp modSp">
        <pc:chgData name="Jakub Micał" userId="S::jakubmical@student.agh.edu.pl::54c74fde-de5b-46b3-9146-480d39aca9e2" providerId="AD" clId="Web-{31F1143F-9CEC-C9DE-A2A9-321DD5E49348}" dt="2025-12-02T11:58:07.857" v="586" actId="14100"/>
        <pc:sldMkLst>
          <pc:docMk/>
          <pc:sldMk cId="3979935532" sldId="274"/>
        </pc:sldMkLst>
        <pc:spChg chg="del mod">
          <ac:chgData name="Jakub Micał" userId="S::jakubmical@student.agh.edu.pl::54c74fde-de5b-46b3-9146-480d39aca9e2" providerId="AD" clId="Web-{31F1143F-9CEC-C9DE-A2A9-321DD5E49348}" dt="2025-12-02T11:57:39.433" v="582"/>
          <ac:spMkLst>
            <pc:docMk/>
            <pc:sldMk cId="3979935532" sldId="274"/>
            <ac:spMk id="2" creationId="{6220F69D-5D89-5BB0-84E9-5D1E9EA79AFB}"/>
          </ac:spMkLst>
        </pc:spChg>
        <pc:spChg chg="add del mod">
          <ac:chgData name="Jakub Micał" userId="S::jakubmical@student.agh.edu.pl::54c74fde-de5b-46b3-9146-480d39aca9e2" providerId="AD" clId="Web-{31F1143F-9CEC-C9DE-A2A9-321DD5E49348}" dt="2025-12-02T11:57:42.559" v="583"/>
          <ac:spMkLst>
            <pc:docMk/>
            <pc:sldMk cId="3979935532" sldId="274"/>
            <ac:spMk id="8" creationId="{6AC8341B-6CD4-8B70-533C-60D3275DBED7}"/>
          </ac:spMkLst>
        </pc:spChg>
        <pc:picChg chg="add mod">
          <ac:chgData name="Jakub Micał" userId="S::jakubmical@student.agh.edu.pl::54c74fde-de5b-46b3-9146-480d39aca9e2" providerId="AD" clId="Web-{31F1143F-9CEC-C9DE-A2A9-321DD5E49348}" dt="2025-12-02T11:58:07.857" v="586" actId="14100"/>
          <ac:picMkLst>
            <pc:docMk/>
            <pc:sldMk cId="3979935532" sldId="274"/>
            <ac:picMk id="3" creationId="{B0280068-C08B-4B9B-D24C-5760E9CFA3A3}"/>
          </ac:picMkLst>
        </pc:picChg>
        <pc:picChg chg="del">
          <ac:chgData name="Jakub Micał" userId="S::jakubmical@student.agh.edu.pl::54c74fde-de5b-46b3-9146-480d39aca9e2" providerId="AD" clId="Web-{31F1143F-9CEC-C9DE-A2A9-321DD5E49348}" dt="2025-12-02T11:57:30.980" v="578"/>
          <ac:picMkLst>
            <pc:docMk/>
            <pc:sldMk cId="3979935532" sldId="274"/>
            <ac:picMk id="4" creationId="{B8853EFD-9DE4-A45C-4197-7862A6634A12}"/>
          </ac:picMkLst>
        </pc:picChg>
      </pc:sldChg>
      <pc:sldChg chg="addSp delSp modSp">
        <pc:chgData name="Jakub Micał" userId="S::jakubmical@student.agh.edu.pl::54c74fde-de5b-46b3-9146-480d39aca9e2" providerId="AD" clId="Web-{31F1143F-9CEC-C9DE-A2A9-321DD5E49348}" dt="2025-12-02T11:12:35.950" v="240" actId="20577"/>
        <pc:sldMkLst>
          <pc:docMk/>
          <pc:sldMk cId="104319841" sldId="279"/>
        </pc:sldMkLst>
        <pc:spChg chg="mod">
          <ac:chgData name="Jakub Micał" userId="S::jakubmical@student.agh.edu.pl::54c74fde-de5b-46b3-9146-480d39aca9e2" providerId="AD" clId="Web-{31F1143F-9CEC-C9DE-A2A9-321DD5E49348}" dt="2025-12-02T11:12:35.950" v="240" actId="20577"/>
          <ac:spMkLst>
            <pc:docMk/>
            <pc:sldMk cId="104319841" sldId="279"/>
            <ac:spMk id="7" creationId="{D209C021-006A-31C2-A79D-4B23AC1F4869}"/>
          </ac:spMkLst>
        </pc:spChg>
        <pc:spChg chg="mod">
          <ac:chgData name="Jakub Micał" userId="S::jakubmical@student.agh.edu.pl::54c74fde-de5b-46b3-9146-480d39aca9e2" providerId="AD" clId="Web-{31F1143F-9CEC-C9DE-A2A9-321DD5E49348}" dt="2025-12-02T10:57:40.943" v="27" actId="20577"/>
          <ac:spMkLst>
            <pc:docMk/>
            <pc:sldMk cId="104319841" sldId="279"/>
            <ac:spMk id="9" creationId="{43C5D663-07E3-E323-CABA-EEE123F8B7AB}"/>
          </ac:spMkLst>
        </pc:spChg>
        <pc:picChg chg="add mod">
          <ac:chgData name="Jakub Micał" userId="S::jakubmical@student.agh.edu.pl::54c74fde-de5b-46b3-9146-480d39aca9e2" providerId="AD" clId="Web-{31F1143F-9CEC-C9DE-A2A9-321DD5E49348}" dt="2025-12-02T11:05:20.759" v="122" actId="1076"/>
          <ac:picMkLst>
            <pc:docMk/>
            <pc:sldMk cId="104319841" sldId="279"/>
            <ac:picMk id="2" creationId="{63612C27-5088-0BF3-6DEC-0F49F81E0816}"/>
          </ac:picMkLst>
        </pc:picChg>
        <pc:picChg chg="del">
          <ac:chgData name="Jakub Micał" userId="S::jakubmical@student.agh.edu.pl::54c74fde-de5b-46b3-9146-480d39aca9e2" providerId="AD" clId="Web-{31F1143F-9CEC-C9DE-A2A9-321DD5E49348}" dt="2025-12-02T11:04:50.350" v="118"/>
          <ac:picMkLst>
            <pc:docMk/>
            <pc:sldMk cId="104319841" sldId="279"/>
            <ac:picMk id="3" creationId="{B1ADD00B-6DDE-5FDB-E5D7-5F597CBCBE2C}"/>
          </ac:picMkLst>
        </pc:picChg>
      </pc:sldChg>
      <pc:sldChg chg="addSp delSp modSp">
        <pc:chgData name="Jakub Micał" userId="S::jakubmical@student.agh.edu.pl::54c74fde-de5b-46b3-9146-480d39aca9e2" providerId="AD" clId="Web-{31F1143F-9CEC-C9DE-A2A9-321DD5E49348}" dt="2025-12-02T11:46:43.095" v="577" actId="1076"/>
        <pc:sldMkLst>
          <pc:docMk/>
          <pc:sldMk cId="747512386" sldId="285"/>
        </pc:sldMkLst>
        <pc:spChg chg="mod">
          <ac:chgData name="Jakub Micał" userId="S::jakubmical@student.agh.edu.pl::54c74fde-de5b-46b3-9146-480d39aca9e2" providerId="AD" clId="Web-{31F1143F-9CEC-C9DE-A2A9-321DD5E49348}" dt="2025-12-02T11:37:25.969" v="429" actId="14100"/>
          <ac:spMkLst>
            <pc:docMk/>
            <pc:sldMk cId="747512386" sldId="285"/>
            <ac:spMk id="2" creationId="{433B531D-F69B-0F09-CB81-5B6177523D87}"/>
          </ac:spMkLst>
        </pc:spChg>
        <pc:spChg chg="mod">
          <ac:chgData name="Jakub Micał" userId="S::jakubmical@student.agh.edu.pl::54c74fde-de5b-46b3-9146-480d39aca9e2" providerId="AD" clId="Web-{31F1143F-9CEC-C9DE-A2A9-321DD5E49348}" dt="2025-12-02T11:36:13.842" v="368" actId="14100"/>
          <ac:spMkLst>
            <pc:docMk/>
            <pc:sldMk cId="747512386" sldId="285"/>
            <ac:spMk id="7" creationId="{1B0BE5CF-BF16-864A-6BB5-2BF4B6C68052}"/>
          </ac:spMkLst>
        </pc:spChg>
        <pc:spChg chg="mod">
          <ac:chgData name="Jakub Micał" userId="S::jakubmical@student.agh.edu.pl::54c74fde-de5b-46b3-9146-480d39aca9e2" providerId="AD" clId="Web-{31F1143F-9CEC-C9DE-A2A9-321DD5E49348}" dt="2025-12-02T11:37:23.203" v="428" actId="14100"/>
          <ac:spMkLst>
            <pc:docMk/>
            <pc:sldMk cId="747512386" sldId="285"/>
            <ac:spMk id="9" creationId="{036F2214-392C-B45D-1B50-1D9E5B791F73}"/>
          </ac:spMkLst>
        </pc:spChg>
        <pc:spChg chg="del mod">
          <ac:chgData name="Jakub Micał" userId="S::jakubmical@student.agh.edu.pl::54c74fde-de5b-46b3-9146-480d39aca9e2" providerId="AD" clId="Web-{31F1143F-9CEC-C9DE-A2A9-321DD5E49348}" dt="2025-12-02T11:31:01.884" v="314"/>
          <ac:spMkLst>
            <pc:docMk/>
            <pc:sldMk cId="747512386" sldId="285"/>
            <ac:spMk id="10" creationId="{19B981A4-4558-2848-FDD9-89660963A831}"/>
          </ac:spMkLst>
        </pc:spChg>
        <pc:spChg chg="mod ord">
          <ac:chgData name="Jakub Micał" userId="S::jakubmical@student.agh.edu.pl::54c74fde-de5b-46b3-9146-480d39aca9e2" providerId="AD" clId="Web-{31F1143F-9CEC-C9DE-A2A9-321DD5E49348}" dt="2025-12-02T11:43:36.418" v="506" actId="1076"/>
          <ac:spMkLst>
            <pc:docMk/>
            <pc:sldMk cId="747512386" sldId="285"/>
            <ac:spMk id="12" creationId="{DF4F2056-8B67-18C5-C5C1-276AA932DE78}"/>
          </ac:spMkLst>
        </pc:spChg>
        <pc:spChg chg="add del mod">
          <ac:chgData name="Jakub Micał" userId="S::jakubmical@student.agh.edu.pl::54c74fde-de5b-46b3-9146-480d39aca9e2" providerId="AD" clId="Web-{31F1143F-9CEC-C9DE-A2A9-321DD5E49348}" dt="2025-12-02T11:41:47.084" v="486"/>
          <ac:spMkLst>
            <pc:docMk/>
            <pc:sldMk cId="747512386" sldId="285"/>
            <ac:spMk id="20" creationId="{A7AB02A6-E79D-D1A4-2057-3D80BDC425BA}"/>
          </ac:spMkLst>
        </pc:spChg>
        <pc:spChg chg="add del mod">
          <ac:chgData name="Jakub Micał" userId="S::jakubmical@student.agh.edu.pl::54c74fde-de5b-46b3-9146-480d39aca9e2" providerId="AD" clId="Web-{31F1143F-9CEC-C9DE-A2A9-321DD5E49348}" dt="2025-12-02T11:38:59.682" v="435"/>
          <ac:spMkLst>
            <pc:docMk/>
            <pc:sldMk cId="747512386" sldId="285"/>
            <ac:spMk id="21" creationId="{0AC1D1B3-D76C-4BA0-9D36-B72F1A4D5782}"/>
          </ac:spMkLst>
        </pc:spChg>
        <pc:spChg chg="add del mod">
          <ac:chgData name="Jakub Micał" userId="S::jakubmical@student.agh.edu.pl::54c74fde-de5b-46b3-9146-480d39aca9e2" providerId="AD" clId="Web-{31F1143F-9CEC-C9DE-A2A9-321DD5E49348}" dt="2025-12-02T11:42:20.446" v="492"/>
          <ac:spMkLst>
            <pc:docMk/>
            <pc:sldMk cId="747512386" sldId="285"/>
            <ac:spMk id="22" creationId="{2503C057-0E49-F707-D90A-CA15D33C66DF}"/>
          </ac:spMkLst>
        </pc:spChg>
        <pc:spChg chg="add del mod">
          <ac:chgData name="Jakub Micał" userId="S::jakubmical@student.agh.edu.pl::54c74fde-de5b-46b3-9146-480d39aca9e2" providerId="AD" clId="Web-{31F1143F-9CEC-C9DE-A2A9-321DD5E49348}" dt="2025-12-02T11:42:21.305" v="493"/>
          <ac:spMkLst>
            <pc:docMk/>
            <pc:sldMk cId="747512386" sldId="285"/>
            <ac:spMk id="23" creationId="{BBDA366D-C0EE-D919-E1FD-A44D2DCAEA07}"/>
          </ac:spMkLst>
        </pc:spChg>
        <pc:spChg chg="add del mod">
          <ac:chgData name="Jakub Micał" userId="S::jakubmical@student.agh.edu.pl::54c74fde-de5b-46b3-9146-480d39aca9e2" providerId="AD" clId="Web-{31F1143F-9CEC-C9DE-A2A9-321DD5E49348}" dt="2025-12-02T11:46:14.126" v="556"/>
          <ac:spMkLst>
            <pc:docMk/>
            <pc:sldMk cId="747512386" sldId="285"/>
            <ac:spMk id="24" creationId="{A245AD05-342D-B8AA-A2CE-D8637F3D5231}"/>
          </ac:spMkLst>
        </pc:spChg>
        <pc:spChg chg="add mod">
          <ac:chgData name="Jakub Micał" userId="S::jakubmical@student.agh.edu.pl::54c74fde-de5b-46b3-9146-480d39aca9e2" providerId="AD" clId="Web-{31F1143F-9CEC-C9DE-A2A9-321DD5E49348}" dt="2025-12-02T11:46:43.095" v="577" actId="1076"/>
          <ac:spMkLst>
            <pc:docMk/>
            <pc:sldMk cId="747512386" sldId="285"/>
            <ac:spMk id="25" creationId="{8B04DEC5-FBE8-954F-2B7C-A96D2AE44083}"/>
          </ac:spMkLst>
        </pc:spChg>
        <pc:spChg chg="add del mod">
          <ac:chgData name="Jakub Micał" userId="S::jakubmical@student.agh.edu.pl::54c74fde-de5b-46b3-9146-480d39aca9e2" providerId="AD" clId="Web-{31F1143F-9CEC-C9DE-A2A9-321DD5E49348}" dt="2025-12-02T11:46:25.017" v="566"/>
          <ac:spMkLst>
            <pc:docMk/>
            <pc:sldMk cId="747512386" sldId="285"/>
            <ac:spMk id="26" creationId="{3C81D090-9884-61BA-E471-E891327E11D0}"/>
          </ac:spMkLst>
        </pc:spChg>
        <pc:spChg chg="add mod">
          <ac:chgData name="Jakub Micał" userId="S::jakubmical@student.agh.edu.pl::54c74fde-de5b-46b3-9146-480d39aca9e2" providerId="AD" clId="Web-{31F1143F-9CEC-C9DE-A2A9-321DD5E49348}" dt="2025-12-02T11:46:37.017" v="576" actId="1076"/>
          <ac:spMkLst>
            <pc:docMk/>
            <pc:sldMk cId="747512386" sldId="285"/>
            <ac:spMk id="27" creationId="{DDA687F4-C8CE-0D67-152B-01064FDEC16B}"/>
          </ac:spMkLst>
        </pc:spChg>
        <pc:spChg chg="add mod">
          <ac:chgData name="Jakub Micał" userId="S::jakubmical@student.agh.edu.pl::54c74fde-de5b-46b3-9146-480d39aca9e2" providerId="AD" clId="Web-{31F1143F-9CEC-C9DE-A2A9-321DD5E49348}" dt="2025-12-02T11:46:33.486" v="575" actId="20577"/>
          <ac:spMkLst>
            <pc:docMk/>
            <pc:sldMk cId="747512386" sldId="285"/>
            <ac:spMk id="28" creationId="{36A9EB49-CC58-7604-4238-8446AB892C50}"/>
          </ac:spMkLst>
        </pc:spChg>
        <pc:picChg chg="add mod">
          <ac:chgData name="Jakub Micał" userId="S::jakubmical@student.agh.edu.pl::54c74fde-de5b-46b3-9146-480d39aca9e2" providerId="AD" clId="Web-{31F1143F-9CEC-C9DE-A2A9-321DD5E49348}" dt="2025-12-02T11:43:56.434" v="507" actId="1076"/>
          <ac:picMkLst>
            <pc:docMk/>
            <pc:sldMk cId="747512386" sldId="285"/>
            <ac:picMk id="3" creationId="{4A2B6B09-B3BA-7DCB-8B27-A39312C68493}"/>
          </ac:picMkLst>
        </pc:picChg>
        <pc:picChg chg="del">
          <ac:chgData name="Jakub Micał" userId="S::jakubmical@student.agh.edu.pl::54c74fde-de5b-46b3-9146-480d39aca9e2" providerId="AD" clId="Web-{31F1143F-9CEC-C9DE-A2A9-321DD5E49348}" dt="2025-12-02T11:26:17.985" v="266"/>
          <ac:picMkLst>
            <pc:docMk/>
            <pc:sldMk cId="747512386" sldId="285"/>
            <ac:picMk id="6" creationId="{ED9F8808-8BB8-4467-F0B9-873050677898}"/>
          </ac:picMkLst>
        </pc:picChg>
        <pc:picChg chg="add del mod">
          <ac:chgData name="Jakub Micał" userId="S::jakubmical@student.agh.edu.pl::54c74fde-de5b-46b3-9146-480d39aca9e2" providerId="AD" clId="Web-{31F1143F-9CEC-C9DE-A2A9-321DD5E49348}" dt="2025-12-02T11:35:20.575" v="356"/>
          <ac:picMkLst>
            <pc:docMk/>
            <pc:sldMk cId="747512386" sldId="285"/>
            <ac:picMk id="8" creationId="{7B83A12A-9137-4AD5-B0C5-37880E65DAF6}"/>
          </ac:picMkLst>
        </pc:picChg>
        <pc:picChg chg="add del mod">
          <ac:chgData name="Jakub Micał" userId="S::jakubmical@student.agh.edu.pl::54c74fde-de5b-46b3-9146-480d39aca9e2" providerId="AD" clId="Web-{31F1143F-9CEC-C9DE-A2A9-321DD5E49348}" dt="2025-12-02T11:27:23.128" v="281"/>
          <ac:picMkLst>
            <pc:docMk/>
            <pc:sldMk cId="747512386" sldId="285"/>
            <ac:picMk id="11" creationId="{D8E5404A-E0BF-32BF-279D-81DAE36A2C6B}"/>
          </ac:picMkLst>
        </pc:picChg>
        <pc:picChg chg="add mod ord">
          <ac:chgData name="Jakub Micał" userId="S::jakubmical@student.agh.edu.pl::54c74fde-de5b-46b3-9146-480d39aca9e2" providerId="AD" clId="Web-{31F1143F-9CEC-C9DE-A2A9-321DD5E49348}" dt="2025-12-02T11:43:59.762" v="509" actId="1076"/>
          <ac:picMkLst>
            <pc:docMk/>
            <pc:sldMk cId="747512386" sldId="285"/>
            <ac:picMk id="13" creationId="{D549623E-F0B4-6113-0E41-9B5A59E4B5AC}"/>
          </ac:picMkLst>
        </pc:picChg>
        <pc:picChg chg="add mod ord">
          <ac:chgData name="Jakub Micał" userId="S::jakubmical@student.agh.edu.pl::54c74fde-de5b-46b3-9146-480d39aca9e2" providerId="AD" clId="Web-{31F1143F-9CEC-C9DE-A2A9-321DD5E49348}" dt="2025-12-02T11:36:01.232" v="362" actId="1076"/>
          <ac:picMkLst>
            <pc:docMk/>
            <pc:sldMk cId="747512386" sldId="285"/>
            <ac:picMk id="14" creationId="{1DF0A9DA-5B67-AEEA-F07E-A4297E88EF18}"/>
          </ac:picMkLst>
        </pc:picChg>
        <pc:picChg chg="add mod">
          <ac:chgData name="Jakub Micał" userId="S::jakubmical@student.agh.edu.pl::54c74fde-de5b-46b3-9146-480d39aca9e2" providerId="AD" clId="Web-{31F1143F-9CEC-C9DE-A2A9-321DD5E49348}" dt="2025-12-02T11:36:01.248" v="363" actId="1076"/>
          <ac:picMkLst>
            <pc:docMk/>
            <pc:sldMk cId="747512386" sldId="285"/>
            <ac:picMk id="15" creationId="{60562606-5ED9-C76E-2318-07B3578C90DC}"/>
          </ac:picMkLst>
        </pc:picChg>
        <pc:picChg chg="add mod ord">
          <ac:chgData name="Jakub Micał" userId="S::jakubmical@student.agh.edu.pl::54c74fde-de5b-46b3-9146-480d39aca9e2" providerId="AD" clId="Web-{31F1143F-9CEC-C9DE-A2A9-321DD5E49348}" dt="2025-12-02T11:43:26.792" v="504" actId="14100"/>
          <ac:picMkLst>
            <pc:docMk/>
            <pc:sldMk cId="747512386" sldId="285"/>
            <ac:picMk id="16" creationId="{B408847E-C6C3-8C52-A39A-BA6CE0CBDFEA}"/>
          </ac:picMkLst>
        </pc:picChg>
        <pc:picChg chg="add del mod">
          <ac:chgData name="Jakub Micał" userId="S::jakubmical@student.agh.edu.pl::54c74fde-de5b-46b3-9146-480d39aca9e2" providerId="AD" clId="Web-{31F1143F-9CEC-C9DE-A2A9-321DD5E49348}" dt="2025-12-02T11:37:47.862" v="430"/>
          <ac:picMkLst>
            <pc:docMk/>
            <pc:sldMk cId="747512386" sldId="285"/>
            <ac:picMk id="17" creationId="{D1A49F64-E0A0-92E7-6AA6-54203B005ED6}"/>
          </ac:picMkLst>
        </pc:picChg>
        <pc:picChg chg="add del mod ord">
          <ac:chgData name="Jakub Micał" userId="S::jakubmical@student.agh.edu.pl::54c74fde-de5b-46b3-9146-480d39aca9e2" providerId="AD" clId="Web-{31F1143F-9CEC-C9DE-A2A9-321DD5E49348}" dt="2025-12-02T11:35:07.341" v="355"/>
          <ac:picMkLst>
            <pc:docMk/>
            <pc:sldMk cId="747512386" sldId="285"/>
            <ac:picMk id="18" creationId="{71512B11-BC8F-6498-7713-6B01429BEADB}"/>
          </ac:picMkLst>
        </pc:picChg>
        <pc:picChg chg="add mod">
          <ac:chgData name="Jakub Micał" userId="S::jakubmical@student.agh.edu.pl::54c74fde-de5b-46b3-9146-480d39aca9e2" providerId="AD" clId="Web-{31F1143F-9CEC-C9DE-A2A9-321DD5E49348}" dt="2025-12-02T11:43:56.465" v="508" actId="1076"/>
          <ac:picMkLst>
            <pc:docMk/>
            <pc:sldMk cId="747512386" sldId="285"/>
            <ac:picMk id="19" creationId="{1A1047D0-26A7-0DC5-C8B1-918770F35DE0}"/>
          </ac:picMkLst>
        </pc:picChg>
      </pc:sldChg>
      <pc:sldChg chg="del">
        <pc:chgData name="Jakub Micał" userId="S::jakubmical@student.agh.edu.pl::54c74fde-de5b-46b3-9146-480d39aca9e2" providerId="AD" clId="Web-{31F1143F-9CEC-C9DE-A2A9-321DD5E49348}" dt="2025-12-02T11:10:58.573" v="219"/>
        <pc:sldMkLst>
          <pc:docMk/>
          <pc:sldMk cId="2808653801" sldId="287"/>
        </pc:sldMkLst>
      </pc:sldChg>
      <pc:sldChg chg="modSp">
        <pc:chgData name="Jakub Micał" userId="S::jakubmical@student.agh.edu.pl::54c74fde-de5b-46b3-9146-480d39aca9e2" providerId="AD" clId="Web-{31F1143F-9CEC-C9DE-A2A9-321DD5E49348}" dt="2025-12-02T12:01:22.506" v="606" actId="20577"/>
        <pc:sldMkLst>
          <pc:docMk/>
          <pc:sldMk cId="3510154614" sldId="291"/>
        </pc:sldMkLst>
        <pc:spChg chg="mod">
          <ac:chgData name="Jakub Micał" userId="S::jakubmical@student.agh.edu.pl::54c74fde-de5b-46b3-9146-480d39aca9e2" providerId="AD" clId="Web-{31F1143F-9CEC-C9DE-A2A9-321DD5E49348}" dt="2025-12-02T12:01:22.506" v="606" actId="20577"/>
          <ac:spMkLst>
            <pc:docMk/>
            <pc:sldMk cId="3510154614" sldId="291"/>
            <ac:spMk id="2" creationId="{9A008B07-BCFB-7126-EFBD-0E80C7828983}"/>
          </ac:spMkLst>
        </pc:spChg>
        <pc:spChg chg="mod">
          <ac:chgData name="Jakub Micał" userId="S::jakubmical@student.agh.edu.pl::54c74fde-de5b-46b3-9146-480d39aca9e2" providerId="AD" clId="Web-{31F1143F-9CEC-C9DE-A2A9-321DD5E49348}" dt="2025-12-02T12:00:52.537" v="589" actId="20577"/>
          <ac:spMkLst>
            <pc:docMk/>
            <pc:sldMk cId="3510154614" sldId="291"/>
            <ac:spMk id="7" creationId="{8CA14F4D-CC3F-8FDC-77F0-88B7C1646EE9}"/>
          </ac:spMkLst>
        </pc:spChg>
      </pc:sldChg>
      <pc:sldChg chg="modSp">
        <pc:chgData name="Jakub Micał" userId="S::jakubmical@student.agh.edu.pl::54c74fde-de5b-46b3-9146-480d39aca9e2" providerId="AD" clId="Web-{31F1143F-9CEC-C9DE-A2A9-321DD5E49348}" dt="2025-12-02T12:01:09.631" v="602" actId="20577"/>
        <pc:sldMkLst>
          <pc:docMk/>
          <pc:sldMk cId="3818246734" sldId="292"/>
        </pc:sldMkLst>
        <pc:spChg chg="mod">
          <ac:chgData name="Jakub Micał" userId="S::jakubmical@student.agh.edu.pl::54c74fde-de5b-46b3-9146-480d39aca9e2" providerId="AD" clId="Web-{31F1143F-9CEC-C9DE-A2A9-321DD5E49348}" dt="2025-12-02T12:01:07.022" v="601" actId="20577"/>
          <ac:spMkLst>
            <pc:docMk/>
            <pc:sldMk cId="3818246734" sldId="292"/>
            <ac:spMk id="2" creationId="{58C8BE30-20FA-74A2-4B55-BE0401BB291D}"/>
          </ac:spMkLst>
        </pc:spChg>
        <pc:spChg chg="mod">
          <ac:chgData name="Jakub Micał" userId="S::jakubmical@student.agh.edu.pl::54c74fde-de5b-46b3-9146-480d39aca9e2" providerId="AD" clId="Web-{31F1143F-9CEC-C9DE-A2A9-321DD5E49348}" dt="2025-12-02T12:01:09.631" v="602" actId="20577"/>
          <ac:spMkLst>
            <pc:docMk/>
            <pc:sldMk cId="3818246734" sldId="292"/>
            <ac:spMk id="7" creationId="{B435DD0E-B481-8678-D31B-862A0FCFA0C2}"/>
          </ac:spMkLst>
        </pc:spChg>
      </pc:sldChg>
      <pc:sldChg chg="modSp">
        <pc:chgData name="Jakub Micał" userId="S::jakubmical@student.agh.edu.pl::54c74fde-de5b-46b3-9146-480d39aca9e2" providerId="AD" clId="Web-{31F1143F-9CEC-C9DE-A2A9-321DD5E49348}" dt="2025-12-02T12:01:19.725" v="604" actId="20577"/>
        <pc:sldMkLst>
          <pc:docMk/>
          <pc:sldMk cId="1896609664" sldId="293"/>
        </pc:sldMkLst>
        <pc:spChg chg="mod">
          <ac:chgData name="Jakub Micał" userId="S::jakubmical@student.agh.edu.pl::54c74fde-de5b-46b3-9146-480d39aca9e2" providerId="AD" clId="Web-{31F1143F-9CEC-C9DE-A2A9-321DD5E49348}" dt="2025-12-02T12:01:19.725" v="604" actId="20577"/>
          <ac:spMkLst>
            <pc:docMk/>
            <pc:sldMk cId="1896609664" sldId="293"/>
            <ac:spMk id="2" creationId="{3E7B8B5F-A8B8-7E88-598E-CDA5D1E04A6B}"/>
          </ac:spMkLst>
        </pc:spChg>
        <pc:spChg chg="mod">
          <ac:chgData name="Jakub Micał" userId="S::jakubmical@student.agh.edu.pl::54c74fde-de5b-46b3-9146-480d39aca9e2" providerId="AD" clId="Web-{31F1143F-9CEC-C9DE-A2A9-321DD5E49348}" dt="2025-12-02T12:00:57.912" v="595" actId="20577"/>
          <ac:spMkLst>
            <pc:docMk/>
            <pc:sldMk cId="1896609664" sldId="293"/>
            <ac:spMk id="7" creationId="{E72ECC5C-A095-D94A-395D-76A9CED0A43D}"/>
          </ac:spMkLst>
        </pc:spChg>
      </pc:sldChg>
      <pc:sldChg chg="modTransition">
        <pc:chgData name="Jakub Micał" userId="S::jakubmical@student.agh.edu.pl::54c74fde-de5b-46b3-9146-480d39aca9e2" providerId="AD" clId="Web-{31F1143F-9CEC-C9DE-A2A9-321DD5E49348}" dt="2025-12-02T11:11:32.870" v="220"/>
        <pc:sldMkLst>
          <pc:docMk/>
          <pc:sldMk cId="3107426906" sldId="294"/>
        </pc:sldMkLst>
      </pc:sldChg>
      <pc:sldChg chg="modSp">
        <pc:chgData name="Jakub Micał" userId="S::jakubmical@student.agh.edu.pl::54c74fde-de5b-46b3-9146-480d39aca9e2" providerId="AD" clId="Web-{31F1143F-9CEC-C9DE-A2A9-321DD5E49348}" dt="2025-12-02T11:14:22.015" v="265" actId="20577"/>
        <pc:sldMkLst>
          <pc:docMk/>
          <pc:sldMk cId="1273621284" sldId="295"/>
        </pc:sldMkLst>
        <pc:spChg chg="mod">
          <ac:chgData name="Jakub Micał" userId="S::jakubmical@student.agh.edu.pl::54c74fde-de5b-46b3-9146-480d39aca9e2" providerId="AD" clId="Web-{31F1143F-9CEC-C9DE-A2A9-321DD5E49348}" dt="2025-12-02T11:14:22.015" v="265" actId="20577"/>
          <ac:spMkLst>
            <pc:docMk/>
            <pc:sldMk cId="1273621284" sldId="295"/>
            <ac:spMk id="6" creationId="{E5257D95-068D-FF5F-808C-0FEB53F2750F}"/>
          </ac:spMkLst>
        </pc:spChg>
      </pc:sldChg>
      <pc:sldChg chg="del">
        <pc:chgData name="Jakub Micał" userId="S::jakubmical@student.agh.edu.pl::54c74fde-de5b-46b3-9146-480d39aca9e2" providerId="AD" clId="Web-{31F1143F-9CEC-C9DE-A2A9-321DD5E49348}" dt="2025-12-02T11:10:58.573" v="218"/>
        <pc:sldMkLst>
          <pc:docMk/>
          <pc:sldMk cId="3311316219" sldId="296"/>
        </pc:sldMkLst>
      </pc:sldChg>
      <pc:sldChg chg="modSp add replId">
        <pc:chgData name="Jakub Micał" userId="S::jakubmical@student.agh.edu.pl::54c74fde-de5b-46b3-9146-480d39aca9e2" providerId="AD" clId="Web-{31F1143F-9CEC-C9DE-A2A9-321DD5E49348}" dt="2025-12-02T11:12:09.731" v="237" actId="20577"/>
        <pc:sldMkLst>
          <pc:docMk/>
          <pc:sldMk cId="2824659628" sldId="297"/>
        </pc:sldMkLst>
        <pc:spChg chg="mod">
          <ac:chgData name="Jakub Micał" userId="S::jakubmical@student.agh.edu.pl::54c74fde-de5b-46b3-9146-480d39aca9e2" providerId="AD" clId="Web-{31F1143F-9CEC-C9DE-A2A9-321DD5E49348}" dt="2025-12-02T11:12:09.731" v="237" actId="20577"/>
          <ac:spMkLst>
            <pc:docMk/>
            <pc:sldMk cId="2824659628" sldId="297"/>
            <ac:spMk id="10" creationId="{C8793AF7-BA24-6BF9-7AC6-D90E7A70C432}"/>
          </ac:spMkLst>
        </pc:spChg>
      </pc:sldChg>
      <pc:sldChg chg="modSp add replId">
        <pc:chgData name="Jakub Micał" userId="S::jakubmical@student.agh.edu.pl::54c74fde-de5b-46b3-9146-480d39aca9e2" providerId="AD" clId="Web-{31F1143F-9CEC-C9DE-A2A9-321DD5E49348}" dt="2025-12-02T11:13:30.436" v="257" actId="20577"/>
        <pc:sldMkLst>
          <pc:docMk/>
          <pc:sldMk cId="1168830379" sldId="298"/>
        </pc:sldMkLst>
        <pc:spChg chg="mod">
          <ac:chgData name="Jakub Micał" userId="S::jakubmical@student.agh.edu.pl::54c74fde-de5b-46b3-9146-480d39aca9e2" providerId="AD" clId="Web-{31F1143F-9CEC-C9DE-A2A9-321DD5E49348}" dt="2025-12-02T11:13:30.436" v="257" actId="20577"/>
          <ac:spMkLst>
            <pc:docMk/>
            <pc:sldMk cId="1168830379" sldId="298"/>
            <ac:spMk id="10" creationId="{0571CA61-F63C-45B4-56E9-D84FE8CB05D0}"/>
          </ac:spMkLst>
        </pc:spChg>
      </pc:sldChg>
      <pc:sldChg chg="modSp add ord replId">
        <pc:chgData name="Jakub Micał" userId="S::jakubmical@student.agh.edu.pl::54c74fde-de5b-46b3-9146-480d39aca9e2" providerId="AD" clId="Web-{31F1143F-9CEC-C9DE-A2A9-321DD5E49348}" dt="2025-12-02T12:01:41.538" v="611" actId="20577"/>
        <pc:sldMkLst>
          <pc:docMk/>
          <pc:sldMk cId="3331462628" sldId="299"/>
        </pc:sldMkLst>
        <pc:spChg chg="mod">
          <ac:chgData name="Jakub Micał" userId="S::jakubmical@student.agh.edu.pl::54c74fde-de5b-46b3-9146-480d39aca9e2" providerId="AD" clId="Web-{31F1143F-9CEC-C9DE-A2A9-321DD5E49348}" dt="2025-12-02T12:01:41.538" v="611" actId="20577"/>
          <ac:spMkLst>
            <pc:docMk/>
            <pc:sldMk cId="3331462628" sldId="299"/>
            <ac:spMk id="7" creationId="{246EFFD4-B78A-7F0C-881D-B6A7504A9731}"/>
          </ac:spMkLst>
        </pc:spChg>
        <pc:spChg chg="mod">
          <ac:chgData name="Jakub Micał" userId="S::jakubmical@student.agh.edu.pl::54c74fde-de5b-46b3-9146-480d39aca9e2" providerId="AD" clId="Web-{31F1143F-9CEC-C9DE-A2A9-321DD5E49348}" dt="2025-12-02T12:01:37.554" v="610" actId="20577"/>
          <ac:spMkLst>
            <pc:docMk/>
            <pc:sldMk cId="3331462628" sldId="299"/>
            <ac:spMk id="9" creationId="{7A542713-CEFC-A387-B970-397DC4FAE19E}"/>
          </ac:spMkLst>
        </pc:spChg>
      </pc:sldChg>
      <pc:sldChg chg="modSp add replId">
        <pc:chgData name="Jakub Micał" userId="S::jakubmical@student.agh.edu.pl::54c74fde-de5b-46b3-9146-480d39aca9e2" providerId="AD" clId="Web-{31F1143F-9CEC-C9DE-A2A9-321DD5E49348}" dt="2025-12-02T12:01:50.601" v="624" actId="20577"/>
        <pc:sldMkLst>
          <pc:docMk/>
          <pc:sldMk cId="4273213890" sldId="300"/>
        </pc:sldMkLst>
        <pc:spChg chg="mod">
          <ac:chgData name="Jakub Micał" userId="S::jakubmical@student.agh.edu.pl::54c74fde-de5b-46b3-9146-480d39aca9e2" providerId="AD" clId="Web-{31F1143F-9CEC-C9DE-A2A9-321DD5E49348}" dt="2025-12-02T12:01:50.601" v="624" actId="20577"/>
          <ac:spMkLst>
            <pc:docMk/>
            <pc:sldMk cId="4273213890" sldId="300"/>
            <ac:spMk id="7" creationId="{D495515B-1CA4-6183-6972-959C59B8010B}"/>
          </ac:spMkLst>
        </pc:spChg>
        <pc:spChg chg="mod">
          <ac:chgData name="Jakub Micał" userId="S::jakubmical@student.agh.edu.pl::54c74fde-de5b-46b3-9146-480d39aca9e2" providerId="AD" clId="Web-{31F1143F-9CEC-C9DE-A2A9-321DD5E49348}" dt="2025-12-02T12:01:47.710" v="623" actId="20577"/>
          <ac:spMkLst>
            <pc:docMk/>
            <pc:sldMk cId="4273213890" sldId="300"/>
            <ac:spMk id="9" creationId="{BCBEBBDE-F450-9759-C6E8-7438A7F6F4E5}"/>
          </ac:spMkLst>
        </pc:spChg>
      </pc:sldChg>
    </pc:docChg>
  </pc:docChgLst>
  <pc:docChgLst>
    <pc:chgData name="Jakub Micał" userId="S::jakubmical@student.agh.edu.pl::54c74fde-de5b-46b3-9146-480d39aca9e2" providerId="AD" clId="Web-{137458A9-B7B7-D2C5-0543-1DBC20CFAA2B}"/>
    <pc:docChg chg="modSld">
      <pc:chgData name="Jakub Micał" userId="S::jakubmical@student.agh.edu.pl::54c74fde-de5b-46b3-9146-480d39aca9e2" providerId="AD" clId="Web-{137458A9-B7B7-D2C5-0543-1DBC20CFAA2B}" dt="2025-12-03T13:01:08.748" v="16" actId="20577"/>
      <pc:docMkLst>
        <pc:docMk/>
      </pc:docMkLst>
      <pc:sldChg chg="modSp">
        <pc:chgData name="Jakub Micał" userId="S::jakubmical@student.agh.edu.pl::54c74fde-de5b-46b3-9146-480d39aca9e2" providerId="AD" clId="Web-{137458A9-B7B7-D2C5-0543-1DBC20CFAA2B}" dt="2025-12-03T13:01:08.748" v="16" actId="20577"/>
        <pc:sldMkLst>
          <pc:docMk/>
          <pc:sldMk cId="3510154614" sldId="291"/>
        </pc:sldMkLst>
        <pc:spChg chg="mod">
          <ac:chgData name="Jakub Micał" userId="S::jakubmical@student.agh.edu.pl::54c74fde-de5b-46b3-9146-480d39aca9e2" providerId="AD" clId="Web-{137458A9-B7B7-D2C5-0543-1DBC20CFAA2B}" dt="2025-12-03T13:01:08.748" v="16" actId="20577"/>
          <ac:spMkLst>
            <pc:docMk/>
            <pc:sldMk cId="3510154614" sldId="291"/>
            <ac:spMk id="2" creationId="{9A008B07-BCFB-7126-EFBD-0E80C782898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12/3/2025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https://www.canva.com/design/DAG3MNHdPOE/nS01R2DVwyHZGDOIZlrGLA/edit?utm_content=DAG3MNHdPOE&amp;utm_campaign=designshare&amp;utm_medium=link2&amp;utm_source=sharebutton</a:t>
            </a:r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00228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27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21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8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0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9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4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0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5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3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8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1A8F8198-7178-5D3C-0F83-A4FE2C081FD8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6111281A-BBB4-3F87-9215-8EF145ACA6D4}"/>
              </a:ext>
            </a:extLst>
          </p:cNvPr>
          <p:cNvSpPr/>
          <p:nvPr/>
        </p:nvSpPr>
        <p:spPr>
          <a:xfrm>
            <a:off x="2300507" y="1240470"/>
            <a:ext cx="7591246" cy="3020814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0" b="1">
                <a:solidFill>
                  <a:srgbClr val="FFFFFF"/>
                </a:solidFill>
                <a:latin typeface="Neue Haas Grotesk Text Pro"/>
                <a:ea typeface="Neue Haas Grotesk Text Pro"/>
                <a:cs typeface="Segoe UI"/>
              </a:rPr>
              <a:t>PROGRESS</a:t>
            </a:r>
            <a:br>
              <a:rPr lang="en-US" sz="8000" b="1">
                <a:solidFill>
                  <a:srgbClr val="FFFFFF"/>
                </a:solidFill>
                <a:latin typeface="Neue Haas Grotesk Text Pro"/>
                <a:ea typeface="Neue Haas Grotesk Text Pro"/>
                <a:cs typeface="Segoe UI"/>
              </a:rPr>
            </a:br>
            <a:r>
              <a:rPr lang="en-US" sz="8000" b="1">
                <a:solidFill>
                  <a:srgbClr val="FFFFFF"/>
                </a:solidFill>
                <a:latin typeface="Neue Haas Grotesk Text Pro"/>
                <a:ea typeface="Neue Haas Grotesk Text Pro"/>
                <a:cs typeface="Segoe UI"/>
              </a:rPr>
              <a:t>REPORT</a:t>
            </a:r>
            <a:r>
              <a:rPr lang="en-US" sz="8000">
                <a:latin typeface="Neue Haas Grotesk Text Pro"/>
                <a:ea typeface="Neue Haas Grotesk Text Pro"/>
                <a:cs typeface="Neue Haas Grotesk Text Pro"/>
              </a:rPr>
              <a:t>​</a:t>
            </a:r>
            <a:endParaRPr lang="pl-PL"/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3DE66B33-D261-5794-F8A9-3F82244D4C8C}"/>
              </a:ext>
            </a:extLst>
          </p:cNvPr>
          <p:cNvSpPr/>
          <p:nvPr/>
        </p:nvSpPr>
        <p:spPr>
          <a:xfrm>
            <a:off x="2300505" y="5898501"/>
            <a:ext cx="7591247" cy="833137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Hexagon Teams</a:t>
            </a:r>
            <a:endParaRPr lang="pl-P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EE219CA-7513-AA34-B055-F76B1075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3061-43BD-4825-9CF2-282F8E1FE45D}" type="datetime1">
              <a:rPr lang="en-US"/>
              <a:t>12/3/2025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B9CAE7C-8500-0B91-F32A-B8AB71F8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2" name="Obraz 1" descr="Obraz zawierający tekst, zrzut ekranu, Czcionka, krąg&#10;&#10;Zawartość wygenerowana przez AI może być niepoprawna.">
            <a:extLst>
              <a:ext uri="{FF2B5EF4-FFF2-40B4-BE49-F238E27FC236}">
                <a16:creationId xmlns:a16="http://schemas.microsoft.com/office/drawing/2014/main" id="{5BCA2C44-EAA1-CF66-0804-7D3CFF984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812" y="-15455"/>
            <a:ext cx="12215812" cy="609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35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4D764-990C-A505-F4D7-1A6782471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DE326E-72CB-6135-5116-6045EE5E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770F-63BF-4AFD-9488-DFEA4AAC3C29}" type="datetime1">
              <a:rPr lang="en-US"/>
              <a:t>12/3/2025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F8B0F58-34B2-26AC-3CCE-70D4CF899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A37DBED-58D7-5D10-007B-4635E575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316F19E6-FD2A-334D-8032-F2E436A7A5DF}"/>
              </a:ext>
            </a:extLst>
          </p:cNvPr>
          <p:cNvSpPr/>
          <p:nvPr/>
        </p:nvSpPr>
        <p:spPr>
          <a:xfrm>
            <a:off x="-91242" y="-95967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7B94C7C1-D979-48DF-C9F5-A7622FDFCE5C}"/>
              </a:ext>
            </a:extLst>
          </p:cNvPr>
          <p:cNvSpPr/>
          <p:nvPr/>
        </p:nvSpPr>
        <p:spPr>
          <a:xfrm>
            <a:off x="465502" y="2671114"/>
            <a:ext cx="11260683" cy="1533324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ROZGRYWKA</a:t>
            </a:r>
            <a:endParaRPr lang="pl-PL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477767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3D4A9-BDDE-FB38-4695-A7783F20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56B2B902-A344-0D0E-3770-591E9F56196F}"/>
              </a:ext>
            </a:extLst>
          </p:cNvPr>
          <p:cNvSpPr/>
          <p:nvPr/>
        </p:nvSpPr>
        <p:spPr>
          <a:xfrm>
            <a:off x="-1595" y="-151996"/>
            <a:ext cx="12190398" cy="7014588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82F5A11-F2DB-6CF7-D2DC-C486362A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3.12.2025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B979D21-8AC9-0EA3-DFD0-7CF3A8B6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62E4EFFA-68B8-F961-02D9-C1C1A2F313B0}"/>
              </a:ext>
            </a:extLst>
          </p:cNvPr>
          <p:cNvSpPr/>
          <p:nvPr/>
        </p:nvSpPr>
        <p:spPr>
          <a:xfrm>
            <a:off x="232480" y="2711330"/>
            <a:ext cx="5736169" cy="3741203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Dla skutecznego funkcjonowania poszczególnych systemów, kluczowe są </a:t>
            </a:r>
            <a:r>
              <a:rPr lang="pl-PL" sz="2400" b="1" err="1">
                <a:solidFill>
                  <a:schemeClr val="bg1"/>
                </a:solidFill>
              </a:rPr>
              <a:t>Pool</a:t>
            </a:r>
            <a:r>
              <a:rPr lang="pl-PL" sz="2400" b="1">
                <a:solidFill>
                  <a:schemeClr val="bg1"/>
                </a:solidFill>
              </a:rPr>
              <a:t> i </a:t>
            </a:r>
            <a:r>
              <a:rPr lang="pl-PL" sz="2400" b="1" err="1">
                <a:solidFill>
                  <a:schemeClr val="bg1"/>
                </a:solidFill>
              </a:rPr>
              <a:t>RefPool</a:t>
            </a:r>
            <a:r>
              <a:rPr lang="pl-PL" sz="2400" b="1">
                <a:solidFill>
                  <a:schemeClr val="bg1"/>
                </a:solidFill>
              </a:rPr>
              <a:t>, umożliwiające łatwe zarządzanie dynamiczną alokacją pamięci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4244CA94-7B92-5476-5A14-C77B7DC740D9}"/>
              </a:ext>
            </a:extLst>
          </p:cNvPr>
          <p:cNvSpPr/>
          <p:nvPr/>
        </p:nvSpPr>
        <p:spPr>
          <a:xfrm>
            <a:off x="232480" y="257244"/>
            <a:ext cx="5736491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Pule zasobów</a:t>
            </a:r>
          </a:p>
        </p:txBody>
      </p:sp>
      <p:pic>
        <p:nvPicPr>
          <p:cNvPr id="3" name="Obraz 2" descr="Obraz zawierający tekst, elektronika, zrzut ekranu, komputer&#10;&#10;Zawartość wygenerowana przez AI może być niepoprawna.">
            <a:extLst>
              <a:ext uri="{FF2B5EF4-FFF2-40B4-BE49-F238E27FC236}">
                <a16:creationId xmlns:a16="http://schemas.microsoft.com/office/drawing/2014/main" id="{908A111C-6E78-A394-12DB-DD53CFE68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79" y="145677"/>
            <a:ext cx="6086035" cy="640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27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09526-A4D9-6BA9-30FD-9BCAFDEE5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DBB2DD94-8AAA-D199-102F-BA112D80F350}"/>
              </a:ext>
            </a:extLst>
          </p:cNvPr>
          <p:cNvSpPr/>
          <p:nvPr/>
        </p:nvSpPr>
        <p:spPr>
          <a:xfrm>
            <a:off x="-1595" y="-151996"/>
            <a:ext cx="12190398" cy="7014588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7F753D9-DC6A-1D25-AD96-032371CA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3.12.2025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696EDA6-8877-ED72-C4AC-F91FF6934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611FE917-EDC8-82C4-BFF5-6C4B4911B32F}"/>
              </a:ext>
            </a:extLst>
          </p:cNvPr>
          <p:cNvSpPr/>
          <p:nvPr/>
        </p:nvSpPr>
        <p:spPr>
          <a:xfrm>
            <a:off x="792774" y="257244"/>
            <a:ext cx="6083874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Regiony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2063A024-0642-E5DE-01E8-3AFA784DB05B}"/>
              </a:ext>
            </a:extLst>
          </p:cNvPr>
          <p:cNvSpPr/>
          <p:nvPr/>
        </p:nvSpPr>
        <p:spPr>
          <a:xfrm>
            <a:off x="680714" y="2509623"/>
            <a:ext cx="6195611" cy="3931703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Jeśli dane obszary państwa nie </a:t>
            </a:r>
            <a:br>
              <a:rPr lang="pl-PL" sz="2400" b="1">
                <a:solidFill>
                  <a:schemeClr val="bg1"/>
                </a:solidFill>
              </a:rPr>
            </a:br>
            <a:r>
              <a:rPr lang="pl-PL" sz="2400" b="1">
                <a:solidFill>
                  <a:schemeClr val="bg1"/>
                </a:solidFill>
              </a:rPr>
              <a:t>są ze sobą połączone, to mają one niezależne dochody, jak wydatki.</a:t>
            </a:r>
          </a:p>
        </p:txBody>
      </p:sp>
      <p:pic>
        <p:nvPicPr>
          <p:cNvPr id="10" name="Obraz 9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C4393E1D-F9B5-19BF-1980-1B95E4277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31" y="2510119"/>
            <a:ext cx="5043904" cy="4347882"/>
          </a:xfrm>
          <a:prstGeom prst="rect">
            <a:avLst/>
          </a:prstGeom>
        </p:spPr>
      </p:pic>
      <p:pic>
        <p:nvPicPr>
          <p:cNvPr id="3" name="Obraz 2" descr="Obraz zawierający tekst, zrzut ekranu, wyświetlacz, multimedia&#10;&#10;Zawartość wygenerowana przez AI może być niepoprawna.">
            <a:extLst>
              <a:ext uri="{FF2B5EF4-FFF2-40B4-BE49-F238E27FC236}">
                <a16:creationId xmlns:a16="http://schemas.microsoft.com/office/drawing/2014/main" id="{606E1E6D-C2F9-D07F-8339-0D6BFF06F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190" y="-152400"/>
            <a:ext cx="5043769" cy="281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695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2917-151B-AE49-E680-E6BE2A69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C2BE0B6D-989F-F53C-0D11-0D3E428DE7B8}"/>
              </a:ext>
            </a:extLst>
          </p:cNvPr>
          <p:cNvSpPr/>
          <p:nvPr/>
        </p:nvSpPr>
        <p:spPr>
          <a:xfrm>
            <a:off x="-1595" y="-151996"/>
            <a:ext cx="12190398" cy="7014588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1C1EBE7-3F8A-5A58-136C-D301A2F1A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3.12.2025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74E636C-77DB-C690-9227-7EE34EEF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D495515B-1CA4-6183-6972-959C59B8010B}"/>
              </a:ext>
            </a:extLst>
          </p:cNvPr>
          <p:cNvSpPr/>
          <p:nvPr/>
        </p:nvSpPr>
        <p:spPr>
          <a:xfrm>
            <a:off x="6888774" y="257242"/>
            <a:ext cx="4783670" cy="6195292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 err="1">
                <a:solidFill>
                  <a:schemeClr val="bg1"/>
                </a:solidFill>
              </a:rPr>
              <a:t>Spread</a:t>
            </a:r>
            <a:r>
              <a:rPr lang="pl-PL" sz="2400" b="1">
                <a:solidFill>
                  <a:schemeClr val="bg1"/>
                </a:solidFill>
              </a:rPr>
              <a:t> stanowi sprawdzenie, czy dany ruch jest możliwy, a jeśli tak, umożliwia wybranie go.</a:t>
            </a:r>
            <a:endParaRPr lang="pl-PL">
              <a:solidFill>
                <a:schemeClr val="bg1"/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CBEBBDE-F450-9759-C6E8-7438A7F6F4E5}"/>
              </a:ext>
            </a:extLst>
          </p:cNvPr>
          <p:cNvSpPr/>
          <p:nvPr/>
        </p:nvSpPr>
        <p:spPr>
          <a:xfrm>
            <a:off x="232480" y="257244"/>
            <a:ext cx="5971814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Wybór ruchu</a:t>
            </a:r>
          </a:p>
        </p:txBody>
      </p:sp>
      <p:pic>
        <p:nvPicPr>
          <p:cNvPr id="3" name="Obraz 2" descr="Obraz zawierający tekst, zrzut ekranu, Czcionka, wyświetlacz&#10;&#10;Zawartość wygenerowana przez AI może być niepoprawna.">
            <a:extLst>
              <a:ext uri="{FF2B5EF4-FFF2-40B4-BE49-F238E27FC236}">
                <a16:creationId xmlns:a16="http://schemas.microsoft.com/office/drawing/2014/main" id="{FBB6C917-318F-448D-9432-30686DB48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64" y="2256864"/>
            <a:ext cx="5957048" cy="436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13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2257-9EDD-931E-7805-C68EB2BF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B94A8032-FEA8-F3DA-2293-3501AAAEB4CC}"/>
              </a:ext>
            </a:extLst>
          </p:cNvPr>
          <p:cNvSpPr/>
          <p:nvPr/>
        </p:nvSpPr>
        <p:spPr>
          <a:xfrm>
            <a:off x="-1595" y="-151996"/>
            <a:ext cx="12190398" cy="7014588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3CE1148-C7E1-8344-B1A1-FD2AA50DB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3.12.2025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5C80E0B-2037-888E-7E7F-46BB2CE20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2B324227-8A6D-AD1C-5757-EA9E41389999}"/>
              </a:ext>
            </a:extLst>
          </p:cNvPr>
          <p:cNvSpPr/>
          <p:nvPr/>
        </p:nvSpPr>
        <p:spPr>
          <a:xfrm>
            <a:off x="512627" y="257244"/>
            <a:ext cx="11160137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Przykład Dostępności Ruchu</a:t>
            </a:r>
            <a:endParaRPr lang="pl-PL">
              <a:solidFill>
                <a:schemeClr val="bg1"/>
              </a:solidFill>
            </a:endParaRPr>
          </a:p>
        </p:txBody>
      </p:sp>
      <p:pic>
        <p:nvPicPr>
          <p:cNvPr id="10" name="Obraz 9" descr="Obraz zawierający zrzut ekranu, Grafika, piksel, projekt graficzny&#10;&#10;Zawartość wygenerowana przez AI może być niepoprawna.">
            <a:extLst>
              <a:ext uri="{FF2B5EF4-FFF2-40B4-BE49-F238E27FC236}">
                <a16:creationId xmlns:a16="http://schemas.microsoft.com/office/drawing/2014/main" id="{1C50D40D-9E96-3A3E-52A5-20921075A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8" y="2743480"/>
            <a:ext cx="4295775" cy="2667000"/>
          </a:xfrm>
          <a:prstGeom prst="rect">
            <a:avLst/>
          </a:prstGeom>
        </p:spPr>
      </p:pic>
      <p:pic>
        <p:nvPicPr>
          <p:cNvPr id="11" name="Obraz 10" descr="Obraz zawierający zrzut ekranu, piksel, kreskówka, clipart&#10;&#10;Zawartość wygenerowana przez AI może być niepoprawna.">
            <a:extLst>
              <a:ext uri="{FF2B5EF4-FFF2-40B4-BE49-F238E27FC236}">
                <a16:creationId xmlns:a16="http://schemas.microsoft.com/office/drawing/2014/main" id="{6904EC85-482A-659F-B6F2-F52E50844F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56" b="23102"/>
          <a:stretch>
            <a:fillRect/>
          </a:stretch>
        </p:blipFill>
        <p:spPr>
          <a:xfrm>
            <a:off x="7170644" y="2746842"/>
            <a:ext cx="4497483" cy="2671999"/>
          </a:xfrm>
          <a:prstGeom prst="rect">
            <a:avLst/>
          </a:prstGeom>
        </p:spPr>
      </p:pic>
      <p:sp>
        <p:nvSpPr>
          <p:cNvPr id="14" name="Strzałka: w prawo 13">
            <a:extLst>
              <a:ext uri="{FF2B5EF4-FFF2-40B4-BE49-F238E27FC236}">
                <a16:creationId xmlns:a16="http://schemas.microsoft.com/office/drawing/2014/main" id="{53C50E84-7485-9F9D-5892-5E493A2A7D0C}"/>
              </a:ext>
            </a:extLst>
          </p:cNvPr>
          <p:cNvSpPr/>
          <p:nvPr/>
        </p:nvSpPr>
        <p:spPr>
          <a:xfrm>
            <a:off x="5077469" y="3732521"/>
            <a:ext cx="1817484" cy="693959"/>
          </a:xfrm>
          <a:prstGeom prst="rightArrow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46486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9E5D-1A20-545F-44F0-17535BC7D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1EF0D496-FFF9-9F03-6F7F-928A1AB55C8E}"/>
              </a:ext>
            </a:extLst>
          </p:cNvPr>
          <p:cNvSpPr/>
          <p:nvPr/>
        </p:nvSpPr>
        <p:spPr>
          <a:xfrm>
            <a:off x="-1595" y="-151996"/>
            <a:ext cx="12190398" cy="7014588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F77B08F-F2E5-7A93-167B-8092B8CB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3.12.2025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8639C97-DCE4-7196-0CB1-21ECCC43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04A77A05-E72D-BA78-9D79-9AEF7894F46C}"/>
              </a:ext>
            </a:extLst>
          </p:cNvPr>
          <p:cNvSpPr/>
          <p:nvPr/>
        </p:nvSpPr>
        <p:spPr>
          <a:xfrm>
            <a:off x="232480" y="2711330"/>
            <a:ext cx="5523257" cy="3741203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Każda jednostka ma pewien zakres umiejętności ją charakteryzujący, dając rozgrywce większą głębię.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10F51877-A026-F24A-C06D-87F38EB85711}"/>
              </a:ext>
            </a:extLst>
          </p:cNvPr>
          <p:cNvSpPr/>
          <p:nvPr/>
        </p:nvSpPr>
        <p:spPr>
          <a:xfrm>
            <a:off x="232480" y="257244"/>
            <a:ext cx="5534785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System Umiejętności</a:t>
            </a:r>
            <a:endParaRPr lang="pl-PL" err="1">
              <a:solidFill>
                <a:schemeClr val="bg1"/>
              </a:solidFill>
            </a:endParaRPr>
          </a:p>
        </p:txBody>
      </p:sp>
      <p:pic>
        <p:nvPicPr>
          <p:cNvPr id="2" name="Obraz 1" descr="Obraz zawierający tekst, zrzut ekranu, wyświetlacz, oprogramowanie&#10;&#10;Zawartość wygenerowana przez AI może być niepoprawna.">
            <a:extLst>
              <a:ext uri="{FF2B5EF4-FFF2-40B4-BE49-F238E27FC236}">
                <a16:creationId xmlns:a16="http://schemas.microsoft.com/office/drawing/2014/main" id="{3421BA95-A304-8354-C407-48AE76F0C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126" y="257736"/>
            <a:ext cx="6417981" cy="591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526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79C7-E9AE-0C2E-52C1-859594CE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F980828-1FFC-CDCD-282F-A2E1A14E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770F-63BF-4AFD-9488-DFEA4AAC3C29}" type="datetime1">
              <a:rPr lang="en-US"/>
              <a:t>12/3/2025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B805832-3094-3863-1414-9BE8B96B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51EA453-6362-3B29-CEE1-883BDD4B7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D6FAE573-9E07-0449-92FA-D5693207DFC6}"/>
              </a:ext>
            </a:extLst>
          </p:cNvPr>
          <p:cNvSpPr/>
          <p:nvPr/>
        </p:nvSpPr>
        <p:spPr>
          <a:xfrm>
            <a:off x="-91242" y="-95967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C8793AF7-BA24-6BF9-7AC6-D90E7A70C432}"/>
              </a:ext>
            </a:extLst>
          </p:cNvPr>
          <p:cNvSpPr/>
          <p:nvPr/>
        </p:nvSpPr>
        <p:spPr>
          <a:xfrm>
            <a:off x="465502" y="2671114"/>
            <a:ext cx="11260683" cy="1533324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WSPARCIE SYSTEMÓW DEBIAN</a:t>
            </a:r>
            <a:endParaRPr lang="pl-PL" sz="3600" b="1">
              <a:solidFill>
                <a:schemeClr val="bg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4659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3EB41AC3-66D7-88B2-3EBD-275890F91B71}"/>
              </a:ext>
            </a:extLst>
          </p:cNvPr>
          <p:cNvSpPr/>
          <p:nvPr/>
        </p:nvSpPr>
        <p:spPr>
          <a:xfrm>
            <a:off x="-1595" y="-151996"/>
            <a:ext cx="12190398" cy="7014588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D7E9548-E58B-38C9-EBEE-61FE90D4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3.12.2025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8D7A00-2EEE-1B1A-6479-FFFF778F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D209C021-006A-31C2-A79D-4B23AC1F4869}"/>
              </a:ext>
            </a:extLst>
          </p:cNvPr>
          <p:cNvSpPr/>
          <p:nvPr/>
        </p:nvSpPr>
        <p:spPr>
          <a:xfrm>
            <a:off x="232480" y="2711330"/>
            <a:ext cx="5982698" cy="372999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Program oparty jest w swojej kompilacji na systemie </a:t>
            </a:r>
            <a:r>
              <a:rPr lang="pl-PL" sz="2400" b="1" err="1">
                <a:solidFill>
                  <a:schemeClr val="bg1"/>
                </a:solidFill>
              </a:rPr>
              <a:t>cmake</a:t>
            </a:r>
            <a:r>
              <a:rPr lang="pl-PL" sz="2400" b="1">
                <a:solidFill>
                  <a:schemeClr val="bg1"/>
                </a:solidFill>
              </a:rPr>
              <a:t>, </a:t>
            </a:r>
            <a:br>
              <a:rPr lang="pl-PL" sz="2400" b="1">
                <a:solidFill>
                  <a:schemeClr val="bg1"/>
                </a:solidFill>
              </a:rPr>
            </a:br>
            <a:r>
              <a:rPr lang="pl-PL" sz="2400" b="1">
                <a:solidFill>
                  <a:schemeClr val="bg1"/>
                </a:solidFill>
              </a:rPr>
              <a:t>stąd także system </a:t>
            </a:r>
            <a:r>
              <a:rPr lang="pl-PL" sz="2400" b="1" err="1">
                <a:solidFill>
                  <a:schemeClr val="bg1"/>
                </a:solidFill>
              </a:rPr>
              <a:t>package'y</a:t>
            </a:r>
            <a:r>
              <a:rPr lang="pl-PL" sz="2400" b="1">
                <a:solidFill>
                  <a:schemeClr val="bg1"/>
                </a:solidFill>
              </a:rPr>
              <a:t> jest </a:t>
            </a:r>
            <a:br>
              <a:rPr lang="pl-PL" sz="2400" b="1">
                <a:solidFill>
                  <a:schemeClr val="bg1"/>
                </a:solidFill>
              </a:rPr>
            </a:br>
            <a:r>
              <a:rPr lang="pl-PL" sz="2400" b="1">
                <a:solidFill>
                  <a:schemeClr val="bg1"/>
                </a:solidFill>
              </a:rPr>
              <a:t>o niego oparty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43C5D663-07E3-E323-CABA-EEE123F8B7AB}"/>
              </a:ext>
            </a:extLst>
          </p:cNvPr>
          <p:cNvSpPr/>
          <p:nvPr/>
        </p:nvSpPr>
        <p:spPr>
          <a:xfrm>
            <a:off x="232480" y="257244"/>
            <a:ext cx="5971814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System Budowania</a:t>
            </a:r>
          </a:p>
        </p:txBody>
      </p:sp>
      <p:pic>
        <p:nvPicPr>
          <p:cNvPr id="2" name="Obraz 1" descr="Obraz zawierający tekst, zrzut ekranu, multimedia, Czcionka&#10;&#10;Zawartość wygenerowana przez AI może być niepoprawna.">
            <a:extLst>
              <a:ext uri="{FF2B5EF4-FFF2-40B4-BE49-F238E27FC236}">
                <a16:creationId xmlns:a16="http://schemas.microsoft.com/office/drawing/2014/main" id="{63612C27-5088-0BF3-6DEC-0F49F81E0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879" y="705969"/>
            <a:ext cx="5989918" cy="615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9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72067-D8B6-21AB-FEC2-EEBE251F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DF4F2056-8B67-18C5-C5C1-276AA932DE78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6" name="Obraz 15" descr="Obraz zawierający Liliowy, fioletowy, Magenta, fiołek&#10;&#10;Zawartość wygenerowana przez AI może być niepoprawna.">
            <a:extLst>
              <a:ext uri="{FF2B5EF4-FFF2-40B4-BE49-F238E27FC236}">
                <a16:creationId xmlns:a16="http://schemas.microsoft.com/office/drawing/2014/main" id="{B408847E-C6C3-8C52-A39A-BA6CE0CBD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265" y="3362888"/>
            <a:ext cx="8415616" cy="3269875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036F2214-392C-B45D-1B50-1D9E5B791F73}"/>
              </a:ext>
            </a:extLst>
          </p:cNvPr>
          <p:cNvSpPr/>
          <p:nvPr/>
        </p:nvSpPr>
        <p:spPr>
          <a:xfrm>
            <a:off x="242151" y="575614"/>
            <a:ext cx="3103110" cy="2418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33B531D-F69B-0F09-CB81-5B6177523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5" y="582257"/>
            <a:ext cx="3122000" cy="24209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.</a:t>
            </a:r>
            <a:r>
              <a:rPr lang="pl-PL" err="1">
                <a:solidFill>
                  <a:schemeClr val="bg1"/>
                </a:solidFill>
              </a:rPr>
              <a:t>deb</a:t>
            </a:r>
            <a:r>
              <a:rPr lang="pl-PL">
                <a:solidFill>
                  <a:schemeClr val="bg1"/>
                </a:solidFill>
              </a:rPr>
              <a:t> </a:t>
            </a:r>
            <a:r>
              <a:rPr lang="pl-PL" err="1">
                <a:solidFill>
                  <a:schemeClr val="bg1"/>
                </a:solidFill>
              </a:rPr>
              <a:t>Package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C42CAD0-2728-A22D-A076-7315FD309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3.12.2025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06E6C07-52D7-6FFB-7C44-9841443D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1B0BE5CF-BF16-864A-6BB5-2BF4B6C68052}"/>
              </a:ext>
            </a:extLst>
          </p:cNvPr>
          <p:cNvSpPr/>
          <p:nvPr/>
        </p:nvSpPr>
        <p:spPr>
          <a:xfrm>
            <a:off x="4434687" y="571007"/>
            <a:ext cx="7495812" cy="2429795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Umożliwia łatwą instalację, zawiera wszystkie </a:t>
            </a:r>
            <a:r>
              <a:rPr lang="pl-PL" sz="2400" b="1" err="1">
                <a:solidFill>
                  <a:schemeClr val="bg1"/>
                </a:solidFill>
              </a:rPr>
              <a:t>dependencies</a:t>
            </a:r>
            <a:r>
              <a:rPr lang="pl-PL" sz="2400" b="1">
                <a:solidFill>
                  <a:schemeClr val="bg1"/>
                </a:solidFill>
              </a:rPr>
              <a:t>, dzięki czemu nie ma tu problemów np. </a:t>
            </a:r>
            <a:br>
              <a:rPr lang="pl-PL" sz="2400" b="1"/>
            </a:br>
            <a:r>
              <a:rPr lang="pl-PL" sz="2400" b="1">
                <a:solidFill>
                  <a:schemeClr val="bg1"/>
                </a:solidFill>
              </a:rPr>
              <a:t>Z konfliktami wersji względem innych programów w systemie</a:t>
            </a:r>
            <a:endParaRPr lang="pl-PL" sz="2400">
              <a:solidFill>
                <a:schemeClr val="bg1"/>
              </a:solidFill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A2B6B09-B3BA-7DCB-8B27-A39312C68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639" y="3406588"/>
            <a:ext cx="5038725" cy="381000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1DF0A9DA-5B67-AEEA-F07E-A4297E88E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426" y="5756741"/>
            <a:ext cx="3228975" cy="409575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60562606-5ED9-C76E-2318-07B3578C9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185" y="6098241"/>
            <a:ext cx="8410575" cy="533400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D549623E-F0B4-6113-0E41-9B5A59E4B5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8513" y="5002865"/>
            <a:ext cx="1581150" cy="438150"/>
          </a:xfrm>
          <a:prstGeom prst="rect">
            <a:avLst/>
          </a:prstGeom>
        </p:spPr>
      </p:pic>
      <p:pic>
        <p:nvPicPr>
          <p:cNvPr id="19" name="Obraz 1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A1047D0-26A7-0DC5-C8B1-918770F35D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8490" y="3742764"/>
            <a:ext cx="8334375" cy="1143000"/>
          </a:xfrm>
          <a:prstGeom prst="rect">
            <a:avLst/>
          </a:prstGeom>
        </p:spPr>
      </p:pic>
      <p:sp>
        <p:nvSpPr>
          <p:cNvPr id="25" name="Strzałka: w prawo 24">
            <a:extLst>
              <a:ext uri="{FF2B5EF4-FFF2-40B4-BE49-F238E27FC236}">
                <a16:creationId xmlns:a16="http://schemas.microsoft.com/office/drawing/2014/main" id="{8B04DEC5-FBE8-954F-2B7C-A96D2AE44083}"/>
              </a:ext>
            </a:extLst>
          </p:cNvPr>
          <p:cNvSpPr/>
          <p:nvPr/>
        </p:nvSpPr>
        <p:spPr>
          <a:xfrm>
            <a:off x="237151" y="4881748"/>
            <a:ext cx="3159700" cy="693959"/>
          </a:xfrm>
          <a:prstGeom prst="rightArrow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/>
              <a:t>Run</a:t>
            </a:r>
          </a:p>
        </p:txBody>
      </p:sp>
      <p:sp>
        <p:nvSpPr>
          <p:cNvPr id="27" name="Strzałka: w prawo 26">
            <a:extLst>
              <a:ext uri="{FF2B5EF4-FFF2-40B4-BE49-F238E27FC236}">
                <a16:creationId xmlns:a16="http://schemas.microsoft.com/office/drawing/2014/main" id="{DDA687F4-C8CE-0D67-152B-01064FDEC16B}"/>
              </a:ext>
            </a:extLst>
          </p:cNvPr>
          <p:cNvSpPr/>
          <p:nvPr/>
        </p:nvSpPr>
        <p:spPr>
          <a:xfrm>
            <a:off x="237150" y="3245688"/>
            <a:ext cx="3159700" cy="693959"/>
          </a:xfrm>
          <a:prstGeom prst="rightArrow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err="1"/>
              <a:t>Install</a:t>
            </a:r>
          </a:p>
        </p:txBody>
      </p:sp>
      <p:sp>
        <p:nvSpPr>
          <p:cNvPr id="28" name="Strzałka: w prawo 27">
            <a:extLst>
              <a:ext uri="{FF2B5EF4-FFF2-40B4-BE49-F238E27FC236}">
                <a16:creationId xmlns:a16="http://schemas.microsoft.com/office/drawing/2014/main" id="{36A9EB49-CC58-7604-4238-8446AB892C50}"/>
              </a:ext>
            </a:extLst>
          </p:cNvPr>
          <p:cNvSpPr/>
          <p:nvPr/>
        </p:nvSpPr>
        <p:spPr>
          <a:xfrm>
            <a:off x="237150" y="5610130"/>
            <a:ext cx="3159700" cy="693959"/>
          </a:xfrm>
          <a:prstGeom prst="rightArrow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err="1"/>
              <a:t>Uninstall</a:t>
            </a:r>
          </a:p>
        </p:txBody>
      </p:sp>
    </p:spTree>
    <p:extLst>
      <p:ext uri="{BB962C8B-B14F-4D97-AF65-F5344CB8AC3E}">
        <p14:creationId xmlns:p14="http://schemas.microsoft.com/office/powerpoint/2010/main" val="7475123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61AA3-E593-952B-B656-A5B95CCED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E1E4EBCF-BD5E-C995-A89A-F52943273B1A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2FE5358-8A33-7E97-0382-6DB204E9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BC60-B49E-4E21-BC84-BE02B05D7491}" type="datetime1">
              <a:rPr lang="en-US"/>
              <a:t>12/3/2025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87D6B93-7597-F19A-04BD-CA7AC870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0571CA61-F63C-45B4-56E9-D84FE8CB05D0}"/>
              </a:ext>
            </a:extLst>
          </p:cNvPr>
          <p:cNvSpPr/>
          <p:nvPr/>
        </p:nvSpPr>
        <p:spPr>
          <a:xfrm>
            <a:off x="1188823" y="1976711"/>
            <a:ext cx="9812594" cy="2787297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5400" b="1">
                <a:solidFill>
                  <a:schemeClr val="bg1"/>
                </a:solidFill>
              </a:rPr>
              <a:t>Prezentacja Instalacji</a:t>
            </a:r>
          </a:p>
        </p:txBody>
      </p:sp>
    </p:spTree>
    <p:extLst>
      <p:ext uri="{BB962C8B-B14F-4D97-AF65-F5344CB8AC3E}">
        <p14:creationId xmlns:p14="http://schemas.microsoft.com/office/powerpoint/2010/main" val="1168830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FFB213F-D69E-69AC-6158-ED2D7BF5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770F-63BF-4AFD-9488-DFEA4AAC3C29}" type="datetime1">
              <a:rPr lang="en-US"/>
              <a:t>12/3/2025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CAA0CA-7596-DBA1-4A5F-EB9BAB9C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1C193F-041B-FB29-A889-7BD20794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13</a:t>
            </a:fld>
            <a:endParaRPr lang="en-US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6A8F796D-3FF1-1D5A-97A1-6105D5E3B92A}"/>
              </a:ext>
            </a:extLst>
          </p:cNvPr>
          <p:cNvSpPr/>
          <p:nvPr/>
        </p:nvSpPr>
        <p:spPr>
          <a:xfrm>
            <a:off x="-91242" y="-95967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88B20946-BADA-05EE-FC4F-CA05C605622B}"/>
              </a:ext>
            </a:extLst>
          </p:cNvPr>
          <p:cNvSpPr/>
          <p:nvPr/>
        </p:nvSpPr>
        <p:spPr>
          <a:xfrm>
            <a:off x="465502" y="2671114"/>
            <a:ext cx="11260683" cy="1533324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NETWORKING</a:t>
            </a:r>
          </a:p>
        </p:txBody>
      </p:sp>
    </p:spTree>
    <p:extLst>
      <p:ext uri="{BB962C8B-B14F-4D97-AF65-F5344CB8AC3E}">
        <p14:creationId xmlns:p14="http://schemas.microsoft.com/office/powerpoint/2010/main" val="3107426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DF7B-FB62-D2D1-850D-41C977D0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FB93BFA9-E477-F7BF-AAEB-24DF4BD12D43}"/>
              </a:ext>
            </a:extLst>
          </p:cNvPr>
          <p:cNvSpPr/>
          <p:nvPr/>
        </p:nvSpPr>
        <p:spPr>
          <a:xfrm>
            <a:off x="-1595" y="-75796"/>
            <a:ext cx="12380898" cy="6939669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094383D-1884-DA48-B200-397723E74CFC}"/>
              </a:ext>
            </a:extLst>
          </p:cNvPr>
          <p:cNvSpPr/>
          <p:nvPr/>
        </p:nvSpPr>
        <p:spPr>
          <a:xfrm>
            <a:off x="230178" y="575614"/>
            <a:ext cx="4904148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A008B07-BCFB-7126-EFBD-0E80C782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582257"/>
            <a:ext cx="4948249" cy="16477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 err="1">
                <a:solidFill>
                  <a:schemeClr val="bg1"/>
                </a:solidFill>
              </a:rPr>
              <a:t>AuthManager</a:t>
            </a:r>
            <a:endParaRPr lang="pl-PL" err="1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183609F-CEB1-21AF-240F-311922BBD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3.12.2025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E62CD6C-8D40-2031-F621-CB62C2C7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8CA14F4D-CC3F-8FDC-77F0-88B7C1646EE9}"/>
              </a:ext>
            </a:extLst>
          </p:cNvPr>
          <p:cNvSpPr/>
          <p:nvPr/>
        </p:nvSpPr>
        <p:spPr>
          <a:xfrm>
            <a:off x="229503" y="2838529"/>
            <a:ext cx="4907545" cy="3610750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System autentykacji użytkownika przed jego dołączeniem lub stworzeniem lobby.</a:t>
            </a:r>
            <a:endParaRPr lang="pl-PL">
              <a:solidFill>
                <a:schemeClr val="bg1"/>
              </a:solidFill>
            </a:endParaRPr>
          </a:p>
        </p:txBody>
      </p:sp>
      <p:pic>
        <p:nvPicPr>
          <p:cNvPr id="3" name="Obraz 2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3EF54BC2-5C1A-51A1-CA4C-18D47DC8F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019" y="-35719"/>
            <a:ext cx="7007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54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E486116B-AF72-F659-5E7E-2D2574AF448E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AFB3E5-53CB-76C8-6824-DE7DA09A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BC60-B49E-4E21-BC84-BE02B05D7491}" type="datetime1">
              <a:rPr lang="en-US"/>
              <a:t>12/3/2025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B93A5A2-2D73-332F-E21A-861E4B2F3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1B8456D4-9F09-636B-13B3-D5AF50737485}"/>
              </a:ext>
            </a:extLst>
          </p:cNvPr>
          <p:cNvSpPr/>
          <p:nvPr/>
        </p:nvSpPr>
        <p:spPr>
          <a:xfrm>
            <a:off x="1188823" y="1976711"/>
            <a:ext cx="9812594" cy="2787297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5400" b="1">
                <a:solidFill>
                  <a:schemeClr val="bg1"/>
                </a:solidFill>
              </a:rPr>
              <a:t>Prezentacja Autentykacji</a:t>
            </a:r>
            <a:endParaRPr lang="pl-PL" sz="54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855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96A750D-CBB0-9421-1CC7-DE7FE84AE4D5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21292FC-1506-3CC4-C242-0D60B124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C5157-823D-4157-83D6-E3E6CD99E60B}" type="datetime1">
              <a:rPr lang="en-US"/>
              <a:t>12/3/2025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498CCF4-4CB4-FC3F-B1A2-0390163D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6DA9BFB3-82A0-BC80-818F-63490724BE33}"/>
              </a:ext>
            </a:extLst>
          </p:cNvPr>
          <p:cNvSpPr/>
          <p:nvPr/>
        </p:nvSpPr>
        <p:spPr>
          <a:xfrm>
            <a:off x="-341973" y="-154551"/>
            <a:ext cx="12709028" cy="7047263"/>
          </a:xfrm>
          <a:prstGeom prst="rect">
            <a:avLst/>
          </a:prstGeom>
          <a:solidFill>
            <a:srgbClr val="0208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Obraz 7" descr="Obraz zawierający tekst, zrzut ekranu, diagram, Plan&#10;&#10;Zawartość wygenerowana przez AI może być niepoprawna.">
            <a:extLst>
              <a:ext uri="{FF2B5EF4-FFF2-40B4-BE49-F238E27FC236}">
                <a16:creationId xmlns:a16="http://schemas.microsoft.com/office/drawing/2014/main" id="{6E779AF6-C9D0-0B55-A077-18916BB07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94" y="-30817"/>
            <a:ext cx="8162925" cy="690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27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FFAF-EAD8-9197-4AEF-FCA4F543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1EA15568-7295-A9E3-D769-E1721C249B38}"/>
              </a:ext>
            </a:extLst>
          </p:cNvPr>
          <p:cNvSpPr/>
          <p:nvPr/>
        </p:nvSpPr>
        <p:spPr>
          <a:xfrm>
            <a:off x="-337771" y="-151996"/>
            <a:ext cx="12508307" cy="7017658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FCB57E5-9913-097C-FDFF-5006714A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BC60-B49E-4E21-BC84-BE02B05D7491}" type="datetime1">
              <a:rPr lang="en-US"/>
              <a:t>12/3/2025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704730-4089-C57B-14C3-2D14667A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75033FB1-D6AF-E104-E4F9-799E0DBCB587}"/>
              </a:ext>
            </a:extLst>
          </p:cNvPr>
          <p:cNvSpPr/>
          <p:nvPr/>
        </p:nvSpPr>
        <p:spPr>
          <a:xfrm>
            <a:off x="479016" y="358766"/>
            <a:ext cx="11075942" cy="1357243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5400" b="1">
                <a:solidFill>
                  <a:schemeClr val="bg1"/>
                </a:solidFill>
              </a:rPr>
              <a:t>Zastosowania AI</a:t>
            </a: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259C9FE8-2EC4-DA0F-83C6-A90161C9787D}"/>
              </a:ext>
            </a:extLst>
          </p:cNvPr>
          <p:cNvSpPr/>
          <p:nvPr/>
        </p:nvSpPr>
        <p:spPr>
          <a:xfrm>
            <a:off x="480698" y="2328796"/>
            <a:ext cx="7800366" cy="3898531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Kategoria:</a:t>
            </a:r>
          </a:p>
          <a:p>
            <a:pPr algn="ctr"/>
            <a:endParaRPr lang="pl-PL" sz="2400" b="1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pl-PL" sz="2400" b="1" err="1">
                <a:solidFill>
                  <a:schemeClr val="bg1"/>
                </a:solidFill>
                <a:ea typeface="+mn-lt"/>
                <a:cs typeface="+mn-lt"/>
              </a:rPr>
              <a:t>Research</a:t>
            </a: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 – przygotowania do prac</a:t>
            </a:r>
          </a:p>
          <a:p>
            <a:pPr algn="ctr"/>
            <a:endParaRPr lang="pl-PL" sz="2400" b="1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pl-PL" sz="2400" b="1" err="1">
                <a:solidFill>
                  <a:schemeClr val="bg1"/>
                </a:solidFill>
                <a:ea typeface="+mn-lt"/>
                <a:cs typeface="+mn-lt"/>
              </a:rPr>
              <a:t>Code</a:t>
            </a: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 - część techniczna prac</a:t>
            </a:r>
          </a:p>
          <a:p>
            <a:pPr algn="ctr"/>
            <a:endParaRPr lang="pl-PL" sz="2400" b="1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Design – to, co widzi użytkownik</a:t>
            </a:r>
            <a:br>
              <a:rPr lang="pl-PL" sz="2400" b="1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pl-PL" sz="24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Presentation – cele pokazowe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E5257D95-068D-FF5F-808C-0FEB53F2750F}"/>
              </a:ext>
            </a:extLst>
          </p:cNvPr>
          <p:cNvSpPr/>
          <p:nvPr/>
        </p:nvSpPr>
        <p:spPr>
          <a:xfrm>
            <a:off x="9113218" y="2328795"/>
            <a:ext cx="2424154" cy="3898531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Procent:</a:t>
            </a:r>
          </a:p>
          <a:p>
            <a:pPr algn="ctr"/>
            <a:endParaRPr lang="pl-PL" sz="2400" b="1">
              <a:solidFill>
                <a:schemeClr val="bg1"/>
              </a:solidFill>
            </a:endParaRPr>
          </a:p>
          <a:p>
            <a:pPr algn="ctr"/>
            <a:r>
              <a:rPr lang="pl-PL" sz="2400" b="1">
                <a:solidFill>
                  <a:schemeClr val="bg1"/>
                </a:solidFill>
              </a:rPr>
              <a:t> &lt; 3%</a:t>
            </a:r>
          </a:p>
          <a:p>
            <a:pPr algn="ctr"/>
            <a:endParaRPr lang="pl-PL" sz="2400" b="1">
              <a:solidFill>
                <a:schemeClr val="bg1"/>
              </a:solidFill>
            </a:endParaRPr>
          </a:p>
          <a:p>
            <a:pPr algn="ctr"/>
            <a:r>
              <a:rPr lang="pl-PL" sz="2400" b="1">
                <a:solidFill>
                  <a:schemeClr val="bg1"/>
                </a:solidFill>
              </a:rPr>
              <a:t>&lt; 1%</a:t>
            </a:r>
          </a:p>
          <a:p>
            <a:pPr algn="ctr"/>
            <a:endParaRPr lang="pl-PL" sz="2400" b="1">
              <a:solidFill>
                <a:schemeClr val="bg1"/>
              </a:solidFill>
            </a:endParaRPr>
          </a:p>
          <a:p>
            <a:pPr algn="ctr"/>
            <a:r>
              <a:rPr lang="pl-PL" sz="2400" b="1">
                <a:solidFill>
                  <a:schemeClr val="bg1"/>
                </a:solidFill>
              </a:rPr>
              <a:t>&lt; 1%</a:t>
            </a:r>
          </a:p>
          <a:p>
            <a:pPr algn="ctr"/>
            <a:endParaRPr lang="pl-PL" sz="2400" b="1">
              <a:solidFill>
                <a:schemeClr val="bg1"/>
              </a:solidFill>
            </a:endParaRPr>
          </a:p>
          <a:p>
            <a:pPr algn="ctr"/>
            <a:r>
              <a:rPr lang="pl-PL" sz="2400" b="1">
                <a:solidFill>
                  <a:schemeClr val="bg1"/>
                </a:solidFill>
              </a:rPr>
              <a:t>&lt; 6%</a:t>
            </a:r>
          </a:p>
        </p:txBody>
      </p:sp>
    </p:spTree>
    <p:extLst>
      <p:ext uri="{BB962C8B-B14F-4D97-AF65-F5344CB8AC3E}">
        <p14:creationId xmlns:p14="http://schemas.microsoft.com/office/powerpoint/2010/main" val="1273621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EF19C9E-6A00-BC9E-32CA-EEF3E072A196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A5FE477-F00C-7698-F206-2685183E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DE17-89DC-452A-96DC-81BA7A2497A5}" type="datetime1">
              <a:rPr lang="en-US"/>
              <a:t>12/3/2025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D2FA036-3A97-A7F0-5BFA-1EDBA9F4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00B9B817-3027-407D-BD90-FF646BFC50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4048" y="-1"/>
            <a:ext cx="6740627" cy="5100484"/>
          </a:xfrm>
          <a:prstGeom prst="rect">
            <a:avLst/>
          </a:prstGeom>
        </p:spPr>
      </p:pic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F120F29B-AA41-0112-396C-2C948411A6AB}"/>
              </a:ext>
            </a:extLst>
          </p:cNvPr>
          <p:cNvSpPr/>
          <p:nvPr/>
        </p:nvSpPr>
        <p:spPr>
          <a:xfrm>
            <a:off x="1034263" y="5101430"/>
            <a:ext cx="9812594" cy="1401843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Dziękujemy za uwagę i czas na Q&amp;A</a:t>
            </a:r>
            <a:endParaRPr lang="pl-PL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106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83CE7D-BFC6-4030-A335-E7F88DB6641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11F98F7-6576-47F1-AD63-56E26C33974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.deb Package</vt:lpstr>
      <vt:lpstr>PowerPoint Presentation</vt:lpstr>
      <vt:lpstr>PowerPoint Presentation</vt:lpstr>
      <vt:lpstr>AuthManager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2025-10-28T11:44:35Z</dcterms:created>
  <dcterms:modified xsi:type="dcterms:W3CDTF">2025-12-03T20:25:06Z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