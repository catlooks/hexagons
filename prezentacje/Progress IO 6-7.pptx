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</p:sldMasterIdLst>
  <p:notesMasterIdLst>
    <p:notesMasterId r:id="rId19"/>
  </p:notesMasterIdLst>
  <p:handoutMasterIdLst>
    <p:handoutMasterId r:id="rId20"/>
  </p:handoutMasterIdLst>
  <p:sldIdLst>
    <p:sldId id="273" r:id="rId5"/>
    <p:sldId id="274" r:id="rId6"/>
    <p:sldId id="279" r:id="rId7"/>
    <p:sldId id="285" r:id="rId8"/>
    <p:sldId id="287" r:id="rId9"/>
    <p:sldId id="296" r:id="rId10"/>
    <p:sldId id="294" r:id="rId11"/>
    <p:sldId id="291" r:id="rId12"/>
    <p:sldId id="293" r:id="rId13"/>
    <p:sldId id="292" r:id="rId14"/>
    <p:sldId id="284" r:id="rId15"/>
    <p:sldId id="276" r:id="rId16"/>
    <p:sldId id="295" r:id="rId17"/>
    <p:sldId id="278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4D2A8C6D-8E7E-3D6D-DF5C-4854EB989289}" name="Ihor Pankovets" initials="IP" userId="S::eaxsi@student.agh.edu.pl::1f42286e-f009-4b4d-8890-237786f27bb2" providerId="AD"/>
  <p188:author id="{AFD2279C-D1F2-7521-8324-DFE21AC3B05D}" name="Jakub Micał" initials="JM" userId="S::jakubmical@student.agh.edu.pl::54c74fde-de5b-46b3-9146-480d39aca9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BAD1"/>
    <a:srgbClr val="6D95A8"/>
    <a:srgbClr val="4F6A78"/>
    <a:srgbClr val="263238"/>
    <a:srgbClr val="020818"/>
    <a:srgbClr val="ABB8C3"/>
    <a:srgbClr val="D8BEB2"/>
    <a:srgbClr val="753F2D"/>
    <a:srgbClr val="5E3324"/>
    <a:srgbClr val="8A4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AD8E0-98D0-4A71-4DCD-AF028CAF7F29}" v="52" dt="2025-11-18T15:23:17.603"/>
    <p1510:client id="{2F5BDA3B-7EC3-CE2E-744C-6FCA48AF31F7}" v="211" dt="2025-11-18T15:11:36.372"/>
    <p1510:client id="{8722878F-C72C-8065-7EBC-9AFF83030CAC}" v="530" dt="2025-11-19T16:35:02.693"/>
    <p1510:client id="{932488D0-5A6E-1484-EA9C-370904FF1A0E}" v="25" dt="2025-11-19T18:50:44.548"/>
    <p1510:client id="{97F8500E-77A5-142C-8C7C-9627C1AEA8AC}" v="576" dt="2025-11-18T14:56:28.705"/>
    <p1510:client id="{9CFAD611-D97A-3889-E74F-FCE33C68582A}" v="28" dt="2025-11-19T15:01:19.886"/>
    <p1510:client id="{AF6DE402-C340-2ABE-572E-91DCCE3863EB}" v="992" dt="2025-11-19T11:52:00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Micał" userId="S::jakubmical@student.agh.edu.pl::54c74fde-de5b-46b3-9146-480d39aca9e2" providerId="AD" clId="Web-{932488D0-5A6E-1484-EA9C-370904FF1A0E}"/>
    <pc:docChg chg="delSld modSld">
      <pc:chgData name="Jakub Micał" userId="S::jakubmical@student.agh.edu.pl::54c74fde-de5b-46b3-9146-480d39aca9e2" providerId="AD" clId="Web-{932488D0-5A6E-1484-EA9C-370904FF1A0E}" dt="2025-11-19T18:50:44.548" v="21"/>
      <pc:docMkLst>
        <pc:docMk/>
      </pc:docMkLst>
      <pc:sldChg chg="addSp delSp modSp">
        <pc:chgData name="Jakub Micał" userId="S::jakubmical@student.agh.edu.pl::54c74fde-de5b-46b3-9146-480d39aca9e2" providerId="AD" clId="Web-{932488D0-5A6E-1484-EA9C-370904FF1A0E}" dt="2025-11-19T18:49:59.688" v="20" actId="1076"/>
        <pc:sldMkLst>
          <pc:docMk/>
          <pc:sldMk cId="104319841" sldId="279"/>
        </pc:sldMkLst>
        <pc:picChg chg="add del mod">
          <ac:chgData name="Jakub Micał" userId="S::jakubmical@student.agh.edu.pl::54c74fde-de5b-46b3-9146-480d39aca9e2" providerId="AD" clId="Web-{932488D0-5A6E-1484-EA9C-370904FF1A0E}" dt="2025-11-19T18:49:38.234" v="18"/>
          <ac:picMkLst>
            <pc:docMk/>
            <pc:sldMk cId="104319841" sldId="279"/>
            <ac:picMk id="2" creationId="{31DBD865-05E9-DA72-A249-AD720A31C960}"/>
          </ac:picMkLst>
        </pc:picChg>
        <pc:picChg chg="add mod">
          <ac:chgData name="Jakub Micał" userId="S::jakubmical@student.agh.edu.pl::54c74fde-de5b-46b3-9146-480d39aca9e2" providerId="AD" clId="Web-{932488D0-5A6E-1484-EA9C-370904FF1A0E}" dt="2025-11-19T18:49:59.688" v="20" actId="1076"/>
          <ac:picMkLst>
            <pc:docMk/>
            <pc:sldMk cId="104319841" sldId="279"/>
            <ac:picMk id="3" creationId="{B1ADD00B-6DDE-5FDB-E5D7-5F597CBCBE2C}"/>
          </ac:picMkLst>
        </pc:picChg>
        <pc:picChg chg="del">
          <ac:chgData name="Jakub Micał" userId="S::jakubmical@student.agh.edu.pl::54c74fde-de5b-46b3-9146-480d39aca9e2" providerId="AD" clId="Web-{932488D0-5A6E-1484-EA9C-370904FF1A0E}" dt="2025-11-19T18:49:30.265" v="16"/>
          <ac:picMkLst>
            <pc:docMk/>
            <pc:sldMk cId="104319841" sldId="279"/>
            <ac:picMk id="13" creationId="{2E9D19D6-92B2-9244-4838-9FEE89E0A86E}"/>
          </ac:picMkLst>
        </pc:picChg>
      </pc:sldChg>
      <pc:sldChg chg="addSp delSp modSp">
        <pc:chgData name="Jakub Micał" userId="S::jakubmical@student.agh.edu.pl::54c74fde-de5b-46b3-9146-480d39aca9e2" providerId="AD" clId="Web-{932488D0-5A6E-1484-EA9C-370904FF1A0E}" dt="2025-11-19T18:48:11.388" v="13"/>
        <pc:sldMkLst>
          <pc:docMk/>
          <pc:sldMk cId="747512386" sldId="285"/>
        </pc:sldMkLst>
        <pc:spChg chg="ord">
          <ac:chgData name="Jakub Micał" userId="S::jakubmical@student.agh.edu.pl::54c74fde-de5b-46b3-9146-480d39aca9e2" providerId="AD" clId="Web-{932488D0-5A6E-1484-EA9C-370904FF1A0E}" dt="2025-11-19T18:47:56.232" v="7"/>
          <ac:spMkLst>
            <pc:docMk/>
            <pc:sldMk cId="747512386" sldId="285"/>
            <ac:spMk id="7" creationId="{1B0BE5CF-BF16-864A-6BB5-2BF4B6C68052}"/>
          </ac:spMkLst>
        </pc:spChg>
        <pc:spChg chg="ord">
          <ac:chgData name="Jakub Micał" userId="S::jakubmical@student.agh.edu.pl::54c74fde-de5b-46b3-9146-480d39aca9e2" providerId="AD" clId="Web-{932488D0-5A6E-1484-EA9C-370904FF1A0E}" dt="2025-11-19T18:47:57.560" v="8"/>
          <ac:spMkLst>
            <pc:docMk/>
            <pc:sldMk cId="747512386" sldId="285"/>
            <ac:spMk id="9" creationId="{036F2214-392C-B45D-1B50-1D9E5B791F73}"/>
          </ac:spMkLst>
        </pc:spChg>
        <pc:picChg chg="del">
          <ac:chgData name="Jakub Micał" userId="S::jakubmical@student.agh.edu.pl::54c74fde-de5b-46b3-9146-480d39aca9e2" providerId="AD" clId="Web-{932488D0-5A6E-1484-EA9C-370904FF1A0E}" dt="2025-11-19T18:47:32.981" v="0"/>
          <ac:picMkLst>
            <pc:docMk/>
            <pc:sldMk cId="747512386" sldId="285"/>
            <ac:picMk id="3" creationId="{A06066C4-A227-0800-B211-B535F866D47B}"/>
          </ac:picMkLst>
        </pc:picChg>
        <pc:picChg chg="add mod ord">
          <ac:chgData name="Jakub Micał" userId="S::jakubmical@student.agh.edu.pl::54c74fde-de5b-46b3-9146-480d39aca9e2" providerId="AD" clId="Web-{932488D0-5A6E-1484-EA9C-370904FF1A0E}" dt="2025-11-19T18:48:11.388" v="13"/>
          <ac:picMkLst>
            <pc:docMk/>
            <pc:sldMk cId="747512386" sldId="285"/>
            <ac:picMk id="6" creationId="{ED9F8808-8BB8-4467-F0B9-873050677898}"/>
          </ac:picMkLst>
        </pc:picChg>
      </pc:sldChg>
      <pc:sldChg chg="del">
        <pc:chgData name="Jakub Micał" userId="S::jakubmical@student.agh.edu.pl::54c74fde-de5b-46b3-9146-480d39aca9e2" providerId="AD" clId="Web-{932488D0-5A6E-1484-EA9C-370904FF1A0E}" dt="2025-11-19T18:50:44.548" v="21"/>
        <pc:sldMkLst>
          <pc:docMk/>
          <pc:sldMk cId="3011693078" sldId="288"/>
        </pc:sldMkLst>
      </pc:sldChg>
    </pc:docChg>
  </pc:docChgLst>
  <pc:docChgLst>
    <pc:chgData name="Jakub Micał" userId="S::jakubmical@student.agh.edu.pl::54c74fde-de5b-46b3-9146-480d39aca9e2" providerId="AD" clId="Web-{2F5BDA3B-7EC3-CE2E-744C-6FCA48AF31F7}"/>
    <pc:docChg chg="modSld">
      <pc:chgData name="Jakub Micał" userId="S::jakubmical@student.agh.edu.pl::54c74fde-de5b-46b3-9146-480d39aca9e2" providerId="AD" clId="Web-{2F5BDA3B-7EC3-CE2E-744C-6FCA48AF31F7}" dt="2025-11-18T15:11:36.372" v="202" actId="20577"/>
      <pc:docMkLst>
        <pc:docMk/>
      </pc:docMkLst>
      <pc:sldChg chg="addSp delSp modSp">
        <pc:chgData name="Jakub Micał" userId="S::jakubmical@student.agh.edu.pl::54c74fde-de5b-46b3-9146-480d39aca9e2" providerId="AD" clId="Web-{2F5BDA3B-7EC3-CE2E-744C-6FCA48AF31F7}" dt="2025-11-18T15:11:36.372" v="202" actId="20577"/>
        <pc:sldMkLst>
          <pc:docMk/>
          <pc:sldMk cId="2808653801" sldId="287"/>
        </pc:sldMkLst>
        <pc:spChg chg="mod">
          <ac:chgData name="Jakub Micał" userId="S::jakubmical@student.agh.edu.pl::54c74fde-de5b-46b3-9146-480d39aca9e2" providerId="AD" clId="Web-{2F5BDA3B-7EC3-CE2E-744C-6FCA48AF31F7}" dt="2025-11-18T15:10:13.870" v="151" actId="14100"/>
          <ac:spMkLst>
            <pc:docMk/>
            <pc:sldMk cId="2808653801" sldId="287"/>
            <ac:spMk id="2" creationId="{11703B74-34F6-40B6-FA02-6C37D25628EF}"/>
          </ac:spMkLst>
        </pc:spChg>
        <pc:spChg chg="mod">
          <ac:chgData name="Jakub Micał" userId="S::jakubmical@student.agh.edu.pl::54c74fde-de5b-46b3-9146-480d39aca9e2" providerId="AD" clId="Web-{2F5BDA3B-7EC3-CE2E-744C-6FCA48AF31F7}" dt="2025-11-18T15:11:36.372" v="202" actId="20577"/>
          <ac:spMkLst>
            <pc:docMk/>
            <pc:sldMk cId="2808653801" sldId="287"/>
            <ac:spMk id="6" creationId="{E05B4E12-47B6-8099-9660-5D22EF7B5AC2}"/>
          </ac:spMkLst>
        </pc:spChg>
        <pc:spChg chg="mod">
          <ac:chgData name="Jakub Micał" userId="S::jakubmical@student.agh.edu.pl::54c74fde-de5b-46b3-9146-480d39aca9e2" providerId="AD" clId="Web-{2F5BDA3B-7EC3-CE2E-744C-6FCA48AF31F7}" dt="2025-11-18T15:10:12.214" v="150" actId="14100"/>
          <ac:spMkLst>
            <pc:docMk/>
            <pc:sldMk cId="2808653801" sldId="287"/>
            <ac:spMk id="9" creationId="{E23631D4-B079-C3C2-7516-7470C1180E0F}"/>
          </ac:spMkLst>
        </pc:spChg>
        <pc:spChg chg="mod">
          <ac:chgData name="Jakub Micał" userId="S::jakubmical@student.agh.edu.pl::54c74fde-de5b-46b3-9146-480d39aca9e2" providerId="AD" clId="Web-{2F5BDA3B-7EC3-CE2E-744C-6FCA48AF31F7}" dt="2025-11-18T15:10:30.761" v="153" actId="14100"/>
          <ac:spMkLst>
            <pc:docMk/>
            <pc:sldMk cId="2808653801" sldId="287"/>
            <ac:spMk id="12" creationId="{0333BF80-EDBC-B029-565E-42818FEFA094}"/>
          </ac:spMkLst>
        </pc:spChg>
        <pc:picChg chg="add del mod">
          <ac:chgData name="Jakub Micał" userId="S::jakubmical@student.agh.edu.pl::54c74fde-de5b-46b3-9146-480d39aca9e2" providerId="AD" clId="Web-{2F5BDA3B-7EC3-CE2E-744C-6FCA48AF31F7}" dt="2025-11-18T15:10:00.385" v="146"/>
          <ac:picMkLst>
            <pc:docMk/>
            <pc:sldMk cId="2808653801" sldId="287"/>
            <ac:picMk id="3" creationId="{EC5CF86B-1635-97DD-D899-7EDE6E91572A}"/>
          </ac:picMkLst>
        </pc:picChg>
        <pc:picChg chg="del">
          <ac:chgData name="Jakub Micał" userId="S::jakubmical@student.agh.edu.pl::54c74fde-de5b-46b3-9146-480d39aca9e2" providerId="AD" clId="Web-{2F5BDA3B-7EC3-CE2E-744C-6FCA48AF31F7}" dt="2025-11-18T15:09:07.619" v="139"/>
          <ac:picMkLst>
            <pc:docMk/>
            <pc:sldMk cId="2808653801" sldId="287"/>
            <ac:picMk id="7" creationId="{6646F9EF-B10D-3A1E-8E01-228111850D12}"/>
          </ac:picMkLst>
        </pc:picChg>
        <pc:picChg chg="add mod">
          <ac:chgData name="Jakub Micał" userId="S::jakubmical@student.agh.edu.pl::54c74fde-de5b-46b3-9146-480d39aca9e2" providerId="AD" clId="Web-{2F5BDA3B-7EC3-CE2E-744C-6FCA48AF31F7}" dt="2025-11-18T15:10:02.464" v="147" actId="1076"/>
          <ac:picMkLst>
            <pc:docMk/>
            <pc:sldMk cId="2808653801" sldId="287"/>
            <ac:picMk id="8" creationId="{B1153E1B-D8FF-C3A8-8CE4-06E6397B1CC1}"/>
          </ac:picMkLst>
        </pc:picChg>
      </pc:sldChg>
      <pc:sldChg chg="modSp">
        <pc:chgData name="Jakub Micał" userId="S::jakubmical@student.agh.edu.pl::54c74fde-de5b-46b3-9146-480d39aca9e2" providerId="AD" clId="Web-{2F5BDA3B-7EC3-CE2E-744C-6FCA48AF31F7}" dt="2025-11-18T15:04:55.548" v="136" actId="20577"/>
        <pc:sldMkLst>
          <pc:docMk/>
          <pc:sldMk cId="3011693078" sldId="288"/>
        </pc:sldMkLst>
        <pc:spChg chg="mod">
          <ac:chgData name="Jakub Micał" userId="S::jakubmical@student.agh.edu.pl::54c74fde-de5b-46b3-9146-480d39aca9e2" providerId="AD" clId="Web-{2F5BDA3B-7EC3-CE2E-744C-6FCA48AF31F7}" dt="2025-11-18T15:04:55.548" v="136" actId="20577"/>
          <ac:spMkLst>
            <pc:docMk/>
            <pc:sldMk cId="3011693078" sldId="288"/>
            <ac:spMk id="7" creationId="{EBB63252-0FCB-7876-AA59-71AF6D94C5C3}"/>
          </ac:spMkLst>
        </pc:spChg>
      </pc:sldChg>
      <pc:sldChg chg="addSp delSp modSp">
        <pc:chgData name="Jakub Micał" userId="S::jakubmical@student.agh.edu.pl::54c74fde-de5b-46b3-9146-480d39aca9e2" providerId="AD" clId="Web-{2F5BDA3B-7EC3-CE2E-744C-6FCA48AF31F7}" dt="2025-11-18T15:04:30.219" v="134" actId="20577"/>
        <pc:sldMkLst>
          <pc:docMk/>
          <pc:sldMk cId="3510154614" sldId="291"/>
        </pc:sldMkLst>
        <pc:spChg chg="mod">
          <ac:chgData name="Jakub Micał" userId="S::jakubmical@student.agh.edu.pl::54c74fde-de5b-46b3-9146-480d39aca9e2" providerId="AD" clId="Web-{2F5BDA3B-7EC3-CE2E-744C-6FCA48AF31F7}" dt="2025-11-18T15:04:30.219" v="134" actId="20577"/>
          <ac:spMkLst>
            <pc:docMk/>
            <pc:sldMk cId="3510154614" sldId="291"/>
            <ac:spMk id="7" creationId="{8CA14F4D-CC3F-8FDC-77F0-88B7C1646EE9}"/>
          </ac:spMkLst>
        </pc:spChg>
        <pc:picChg chg="del">
          <ac:chgData name="Jakub Micał" userId="S::jakubmical@student.agh.edu.pl::54c74fde-de5b-46b3-9146-480d39aca9e2" providerId="AD" clId="Web-{2F5BDA3B-7EC3-CE2E-744C-6FCA48AF31F7}" dt="2025-11-18T15:01:23.910" v="34"/>
          <ac:picMkLst>
            <pc:docMk/>
            <pc:sldMk cId="3510154614" sldId="291"/>
            <ac:picMk id="3" creationId="{8F3EAF1B-1629-0D8A-B428-1F98215E0673}"/>
          </ac:picMkLst>
        </pc:picChg>
        <pc:picChg chg="add mod">
          <ac:chgData name="Jakub Micał" userId="S::jakubmical@student.agh.edu.pl::54c74fde-de5b-46b3-9146-480d39aca9e2" providerId="AD" clId="Web-{2F5BDA3B-7EC3-CE2E-744C-6FCA48AF31F7}" dt="2025-11-18T15:01:29.973" v="37" actId="1076"/>
          <ac:picMkLst>
            <pc:docMk/>
            <pc:sldMk cId="3510154614" sldId="291"/>
            <ac:picMk id="6" creationId="{F20BCECB-C761-A91E-6AC1-AD2D1A043E32}"/>
          </ac:picMkLst>
        </pc:picChg>
      </pc:sldChg>
      <pc:sldChg chg="modSp">
        <pc:chgData name="Jakub Micał" userId="S::jakubmical@student.agh.edu.pl::54c74fde-de5b-46b3-9146-480d39aca9e2" providerId="AD" clId="Web-{2F5BDA3B-7EC3-CE2E-744C-6FCA48AF31F7}" dt="2025-11-18T15:00:37.297" v="30" actId="20577"/>
        <pc:sldMkLst>
          <pc:docMk/>
          <pc:sldMk cId="3818246734" sldId="292"/>
        </pc:sldMkLst>
        <pc:spChg chg="mod">
          <ac:chgData name="Jakub Micał" userId="S::jakubmical@student.agh.edu.pl::54c74fde-de5b-46b3-9146-480d39aca9e2" providerId="AD" clId="Web-{2F5BDA3B-7EC3-CE2E-744C-6FCA48AF31F7}" dt="2025-11-18T14:59:32.828" v="12" actId="14100"/>
          <ac:spMkLst>
            <pc:docMk/>
            <pc:sldMk cId="3818246734" sldId="292"/>
            <ac:spMk id="2" creationId="{58C8BE30-20FA-74A2-4B55-BE0401BB291D}"/>
          </ac:spMkLst>
        </pc:spChg>
        <pc:spChg chg="mod">
          <ac:chgData name="Jakub Micał" userId="S::jakubmical@student.agh.edu.pl::54c74fde-de5b-46b3-9146-480d39aca9e2" providerId="AD" clId="Web-{2F5BDA3B-7EC3-CE2E-744C-6FCA48AF31F7}" dt="2025-11-18T15:00:37.297" v="30" actId="20577"/>
          <ac:spMkLst>
            <pc:docMk/>
            <pc:sldMk cId="3818246734" sldId="292"/>
            <ac:spMk id="7" creationId="{B435DD0E-B481-8678-D31B-862A0FCFA0C2}"/>
          </ac:spMkLst>
        </pc:spChg>
        <pc:spChg chg="mod">
          <ac:chgData name="Jakub Micał" userId="S::jakubmical@student.agh.edu.pl::54c74fde-de5b-46b3-9146-480d39aca9e2" providerId="AD" clId="Web-{2F5BDA3B-7EC3-CE2E-744C-6FCA48AF31F7}" dt="2025-11-18T14:59:34.890" v="13" actId="14100"/>
          <ac:spMkLst>
            <pc:docMk/>
            <pc:sldMk cId="3818246734" sldId="292"/>
            <ac:spMk id="9" creationId="{164E2CD4-128B-4517-4094-415477717C3D}"/>
          </ac:spMkLst>
        </pc:spChg>
        <pc:spChg chg="mod">
          <ac:chgData name="Jakub Micał" userId="S::jakubmical@student.agh.edu.pl::54c74fde-de5b-46b3-9146-480d39aca9e2" providerId="AD" clId="Web-{2F5BDA3B-7EC3-CE2E-744C-6FCA48AF31F7}" dt="2025-11-18T14:59:15.609" v="8" actId="14100"/>
          <ac:spMkLst>
            <pc:docMk/>
            <pc:sldMk cId="3818246734" sldId="292"/>
            <ac:spMk id="12" creationId="{A349DD1B-58EF-8CCB-01D3-05EACBB6B448}"/>
          </ac:spMkLst>
        </pc:spChg>
      </pc:sldChg>
      <pc:sldChg chg="modSp">
        <pc:chgData name="Jakub Micał" userId="S::jakubmical@student.agh.edu.pl::54c74fde-de5b-46b3-9146-480d39aca9e2" providerId="AD" clId="Web-{2F5BDA3B-7EC3-CE2E-744C-6FCA48AF31F7}" dt="2025-11-18T15:00:55.751" v="31" actId="20577"/>
        <pc:sldMkLst>
          <pc:docMk/>
          <pc:sldMk cId="1896609664" sldId="293"/>
        </pc:sldMkLst>
        <pc:spChg chg="mod">
          <ac:chgData name="Jakub Micał" userId="S::jakubmical@student.agh.edu.pl::54c74fde-de5b-46b3-9146-480d39aca9e2" providerId="AD" clId="Web-{2F5BDA3B-7EC3-CE2E-744C-6FCA48AF31F7}" dt="2025-11-18T15:00:55.751" v="31" actId="20577"/>
          <ac:spMkLst>
            <pc:docMk/>
            <pc:sldMk cId="1896609664" sldId="293"/>
            <ac:spMk id="7" creationId="{E72ECC5C-A095-D94A-395D-76A9CED0A43D}"/>
          </ac:spMkLst>
        </pc:spChg>
      </pc:sldChg>
    </pc:docChg>
  </pc:docChgLst>
  <pc:docChgLst>
    <pc:chgData name="Jakub Micał" userId="S::jakubmical@student.agh.edu.pl::54c74fde-de5b-46b3-9146-480d39aca9e2" providerId="AD" clId="Web-{97F8500E-77A5-142C-8C7C-9627C1AEA8AC}"/>
    <pc:docChg chg="addSld delSld modSld">
      <pc:chgData name="Jakub Micał" userId="S::jakubmical@student.agh.edu.pl::54c74fde-de5b-46b3-9146-480d39aca9e2" providerId="AD" clId="Web-{97F8500E-77A5-142C-8C7C-9627C1AEA8AC}" dt="2025-11-18T14:56:26.408" v="542" actId="20577"/>
      <pc:docMkLst>
        <pc:docMk/>
      </pc:docMkLst>
      <pc:sldChg chg="modSp">
        <pc:chgData name="Jakub Micał" userId="S::jakubmical@student.agh.edu.pl::54c74fde-de5b-46b3-9146-480d39aca9e2" providerId="AD" clId="Web-{97F8500E-77A5-142C-8C7C-9627C1AEA8AC}" dt="2025-11-18T14:30:59.267" v="275" actId="20577"/>
        <pc:sldMkLst>
          <pc:docMk/>
          <pc:sldMk cId="2416855097" sldId="276"/>
        </pc:sldMkLst>
        <pc:spChg chg="mod">
          <ac:chgData name="Jakub Micał" userId="S::jakubmical@student.agh.edu.pl::54c74fde-de5b-46b3-9146-480d39aca9e2" providerId="AD" clId="Web-{97F8500E-77A5-142C-8C7C-9627C1AEA8AC}" dt="2025-11-18T14:30:59.267" v="275" actId="20577"/>
          <ac:spMkLst>
            <pc:docMk/>
            <pc:sldMk cId="2416855097" sldId="276"/>
            <ac:spMk id="10" creationId="{1B8456D4-9F09-636B-13B3-D5AF50737485}"/>
          </ac:spMkLst>
        </pc:spChg>
      </pc:sldChg>
      <pc:sldChg chg="del">
        <pc:chgData name="Jakub Micał" userId="S::jakubmical@student.agh.edu.pl::54c74fde-de5b-46b3-9146-480d39aca9e2" providerId="AD" clId="Web-{97F8500E-77A5-142C-8C7C-9627C1AEA8AC}" dt="2025-11-18T14:00:39.819" v="63"/>
        <pc:sldMkLst>
          <pc:docMk/>
          <pc:sldMk cId="1363413478" sldId="277"/>
        </pc:sldMkLst>
      </pc:sldChg>
      <pc:sldChg chg="modSp">
        <pc:chgData name="Jakub Micał" userId="S::jakubmical@student.agh.edu.pl::54c74fde-de5b-46b3-9146-480d39aca9e2" providerId="AD" clId="Web-{97F8500E-77A5-142C-8C7C-9627C1AEA8AC}" dt="2025-11-18T13:49:13.072" v="7" actId="20577"/>
        <pc:sldMkLst>
          <pc:docMk/>
          <pc:sldMk cId="104319841" sldId="279"/>
        </pc:sldMkLst>
        <pc:spChg chg="mod">
          <ac:chgData name="Jakub Micał" userId="S::jakubmical@student.agh.edu.pl::54c74fde-de5b-46b3-9146-480d39aca9e2" providerId="AD" clId="Web-{97F8500E-77A5-142C-8C7C-9627C1AEA8AC}" dt="2025-11-18T13:48:33.431" v="1" actId="20577"/>
          <ac:spMkLst>
            <pc:docMk/>
            <pc:sldMk cId="104319841" sldId="279"/>
            <ac:spMk id="2" creationId="{E7BBEC76-FD8E-E2F7-4E8D-6718FB873497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3:49:13.072" v="7" actId="20577"/>
          <ac:spMkLst>
            <pc:docMk/>
            <pc:sldMk cId="104319841" sldId="279"/>
            <ac:spMk id="11" creationId="{CB24F17C-EBE9-C6F6-2E38-AD1B2CCCCD91}"/>
          </ac:spMkLst>
        </pc:spChg>
      </pc:sldChg>
      <pc:sldChg chg="addSp delSp modSp">
        <pc:chgData name="Jakub Micał" userId="S::jakubmical@student.agh.edu.pl::54c74fde-de5b-46b3-9146-480d39aca9e2" providerId="AD" clId="Web-{97F8500E-77A5-142C-8C7C-9627C1AEA8AC}" dt="2025-11-18T14:30:13.438" v="273" actId="1076"/>
        <pc:sldMkLst>
          <pc:docMk/>
          <pc:sldMk cId="4171127298" sldId="284"/>
        </pc:sldMkLst>
        <pc:spChg chg="add del mod">
          <ac:chgData name="Jakub Micał" userId="S::jakubmical@student.agh.edu.pl::54c74fde-de5b-46b3-9146-480d39aca9e2" providerId="AD" clId="Web-{97F8500E-77A5-142C-8C7C-9627C1AEA8AC}" dt="2025-11-18T14:29:20.061" v="257"/>
          <ac:spMkLst>
            <pc:docMk/>
            <pc:sldMk cId="4171127298" sldId="284"/>
            <ac:spMk id="3" creationId="{77C8B400-E7D9-F462-5759-5419851A758B}"/>
          </ac:spMkLst>
        </pc:spChg>
        <pc:spChg chg="add mod">
          <ac:chgData name="Jakub Micał" userId="S::jakubmical@student.agh.edu.pl::54c74fde-de5b-46b3-9146-480d39aca9e2" providerId="AD" clId="Web-{97F8500E-77A5-142C-8C7C-9627C1AEA8AC}" dt="2025-11-18T14:29:47.531" v="269" actId="14100"/>
          <ac:spMkLst>
            <pc:docMk/>
            <pc:sldMk cId="4171127298" sldId="284"/>
            <ac:spMk id="6" creationId="{6DA9BFB3-82A0-BC80-818F-63490724BE33}"/>
          </ac:spMkLst>
        </pc:spChg>
        <pc:picChg chg="add del mod">
          <ac:chgData name="Jakub Micał" userId="S::jakubmical@student.agh.edu.pl::54c74fde-de5b-46b3-9146-480d39aca9e2" providerId="AD" clId="Web-{97F8500E-77A5-142C-8C7C-9627C1AEA8AC}" dt="2025-11-18T14:29:26.030" v="262"/>
          <ac:picMkLst>
            <pc:docMk/>
            <pc:sldMk cId="4171127298" sldId="284"/>
            <ac:picMk id="2" creationId="{7094CAFE-A828-049B-6E57-55E244A6CA68}"/>
          </ac:picMkLst>
        </pc:picChg>
        <pc:picChg chg="add mod">
          <ac:chgData name="Jakub Micał" userId="S::jakubmical@student.agh.edu.pl::54c74fde-de5b-46b3-9146-480d39aca9e2" providerId="AD" clId="Web-{97F8500E-77A5-142C-8C7C-9627C1AEA8AC}" dt="2025-11-18T14:30:13.438" v="273" actId="1076"/>
          <ac:picMkLst>
            <pc:docMk/>
            <pc:sldMk cId="4171127298" sldId="284"/>
            <ac:picMk id="8" creationId="{6E779AF6-C9D0-0B55-A077-18916BB077A2}"/>
          </ac:picMkLst>
        </pc:picChg>
        <pc:picChg chg="add del mod">
          <ac:chgData name="Jakub Micał" userId="S::jakubmical@student.agh.edu.pl::54c74fde-de5b-46b3-9146-480d39aca9e2" providerId="AD" clId="Web-{97F8500E-77A5-142C-8C7C-9627C1AEA8AC}" dt="2025-11-18T14:29:43.327" v="267"/>
          <ac:picMkLst>
            <pc:docMk/>
            <pc:sldMk cId="4171127298" sldId="284"/>
            <ac:picMk id="9" creationId="{F8DE403E-4366-39E1-8B76-30CF738A5553}"/>
          </ac:picMkLst>
        </pc:picChg>
      </pc:sldChg>
      <pc:sldChg chg="modSp">
        <pc:chgData name="Jakub Micał" userId="S::jakubmical@student.agh.edu.pl::54c74fde-de5b-46b3-9146-480d39aca9e2" providerId="AD" clId="Web-{97F8500E-77A5-142C-8C7C-9627C1AEA8AC}" dt="2025-11-18T14:03:50.145" v="98" actId="20577"/>
        <pc:sldMkLst>
          <pc:docMk/>
          <pc:sldMk cId="747512386" sldId="285"/>
        </pc:sldMkLst>
        <pc:spChg chg="mod">
          <ac:chgData name="Jakub Micał" userId="S::jakubmical@student.agh.edu.pl::54c74fde-de5b-46b3-9146-480d39aca9e2" providerId="AD" clId="Web-{97F8500E-77A5-142C-8C7C-9627C1AEA8AC}" dt="2025-11-18T13:53:18.232" v="24" actId="20577"/>
          <ac:spMkLst>
            <pc:docMk/>
            <pc:sldMk cId="747512386" sldId="285"/>
            <ac:spMk id="2" creationId="{433B531D-F69B-0F09-CB81-5B6177523D87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03:50.145" v="98" actId="20577"/>
          <ac:spMkLst>
            <pc:docMk/>
            <pc:sldMk cId="747512386" sldId="285"/>
            <ac:spMk id="10" creationId="{19B981A4-4558-2848-FDD9-89660963A831}"/>
          </ac:spMkLst>
        </pc:spChg>
      </pc:sldChg>
      <pc:sldChg chg="modSp">
        <pc:chgData name="Jakub Micał" userId="S::jakubmical@student.agh.edu.pl::54c74fde-de5b-46b3-9146-480d39aca9e2" providerId="AD" clId="Web-{97F8500E-77A5-142C-8C7C-9627C1AEA8AC}" dt="2025-11-18T14:03:53.442" v="99" actId="20577"/>
        <pc:sldMkLst>
          <pc:docMk/>
          <pc:sldMk cId="2808653801" sldId="287"/>
        </pc:sldMkLst>
        <pc:spChg chg="mod">
          <ac:chgData name="Jakub Micał" userId="S::jakubmical@student.agh.edu.pl::54c74fde-de5b-46b3-9146-480d39aca9e2" providerId="AD" clId="Web-{97F8500E-77A5-142C-8C7C-9627C1AEA8AC}" dt="2025-11-18T13:59:08.730" v="31" actId="20577"/>
          <ac:spMkLst>
            <pc:docMk/>
            <pc:sldMk cId="2808653801" sldId="287"/>
            <ac:spMk id="2" creationId="{11703B74-34F6-40B6-FA02-6C37D25628EF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03:53.442" v="99" actId="20577"/>
          <ac:spMkLst>
            <pc:docMk/>
            <pc:sldMk cId="2808653801" sldId="287"/>
            <ac:spMk id="6" creationId="{E05B4E12-47B6-8099-9660-5D22EF7B5AC2}"/>
          </ac:spMkLst>
        </pc:spChg>
      </pc:sldChg>
      <pc:sldChg chg="modSp">
        <pc:chgData name="Jakub Micał" userId="S::jakubmical@student.agh.edu.pl::54c74fde-de5b-46b3-9146-480d39aca9e2" providerId="AD" clId="Web-{97F8500E-77A5-142C-8C7C-9627C1AEA8AC}" dt="2025-11-18T14:53:19.807" v="495" actId="20577"/>
        <pc:sldMkLst>
          <pc:docMk/>
          <pc:sldMk cId="3011693078" sldId="288"/>
        </pc:sldMkLst>
        <pc:spChg chg="mod">
          <ac:chgData name="Jakub Micał" userId="S::jakubmical@student.agh.edu.pl::54c74fde-de5b-46b3-9146-480d39aca9e2" providerId="AD" clId="Web-{97F8500E-77A5-142C-8C7C-9627C1AEA8AC}" dt="2025-11-18T13:59:21.904" v="51" actId="20577"/>
          <ac:spMkLst>
            <pc:docMk/>
            <pc:sldMk cId="3011693078" sldId="288"/>
            <ac:spMk id="2" creationId="{5A15C33D-2D52-EAAD-1FA7-8B835B05E455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53:19.807" v="495" actId="20577"/>
          <ac:spMkLst>
            <pc:docMk/>
            <pc:sldMk cId="3011693078" sldId="288"/>
            <ac:spMk id="7" creationId="{EBB63252-0FCB-7876-AA59-71AF6D94C5C3}"/>
          </ac:spMkLst>
        </pc:spChg>
      </pc:sldChg>
      <pc:sldChg chg="del">
        <pc:chgData name="Jakub Micał" userId="S::jakubmical@student.agh.edu.pl::54c74fde-de5b-46b3-9146-480d39aca9e2" providerId="AD" clId="Web-{97F8500E-77A5-142C-8C7C-9627C1AEA8AC}" dt="2025-11-18T14:00:09.034" v="52"/>
        <pc:sldMkLst>
          <pc:docMk/>
          <pc:sldMk cId="4039969655" sldId="290"/>
        </pc:sldMkLst>
      </pc:sldChg>
      <pc:sldChg chg="modSp">
        <pc:chgData name="Jakub Micał" userId="S::jakubmical@student.agh.edu.pl::54c74fde-de5b-46b3-9146-480d39aca9e2" providerId="AD" clId="Web-{97F8500E-77A5-142C-8C7C-9627C1AEA8AC}" dt="2025-11-18T14:20:07.641" v="244" actId="14100"/>
        <pc:sldMkLst>
          <pc:docMk/>
          <pc:sldMk cId="3510154614" sldId="291"/>
        </pc:sldMkLst>
        <pc:spChg chg="mod">
          <ac:chgData name="Jakub Micał" userId="S::jakubmical@student.agh.edu.pl::54c74fde-de5b-46b3-9146-480d39aca9e2" providerId="AD" clId="Web-{97F8500E-77A5-142C-8C7C-9627C1AEA8AC}" dt="2025-11-18T14:00:32.162" v="61" actId="20577"/>
          <ac:spMkLst>
            <pc:docMk/>
            <pc:sldMk cId="3510154614" sldId="291"/>
            <ac:spMk id="2" creationId="{9A008B07-BCFB-7126-EFBD-0E80C7828983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03:59.551" v="103" actId="20577"/>
          <ac:spMkLst>
            <pc:docMk/>
            <pc:sldMk cId="3510154614" sldId="291"/>
            <ac:spMk id="7" creationId="{8CA14F4D-CC3F-8FDC-77F0-88B7C1646EE9}"/>
          </ac:spMkLst>
        </pc:spChg>
        <pc:picChg chg="mod">
          <ac:chgData name="Jakub Micał" userId="S::jakubmical@student.agh.edu.pl::54c74fde-de5b-46b3-9146-480d39aca9e2" providerId="AD" clId="Web-{97F8500E-77A5-142C-8C7C-9627C1AEA8AC}" dt="2025-11-18T14:20:07.641" v="244" actId="14100"/>
          <ac:picMkLst>
            <pc:docMk/>
            <pc:sldMk cId="3510154614" sldId="291"/>
            <ac:picMk id="3" creationId="{8F3EAF1B-1629-0D8A-B428-1F98215E0673}"/>
          </ac:picMkLst>
        </pc:picChg>
      </pc:sldChg>
      <pc:sldChg chg="addSp delSp modSp add replId">
        <pc:chgData name="Jakub Micał" userId="S::jakubmical@student.agh.edu.pl::54c74fde-de5b-46b3-9146-480d39aca9e2" providerId="AD" clId="Web-{97F8500E-77A5-142C-8C7C-9627C1AEA8AC}" dt="2025-11-18T14:56:26.408" v="542" actId="20577"/>
        <pc:sldMkLst>
          <pc:docMk/>
          <pc:sldMk cId="3818246734" sldId="292"/>
        </pc:sldMkLst>
        <pc:spChg chg="mod">
          <ac:chgData name="Jakub Micał" userId="S::jakubmical@student.agh.edu.pl::54c74fde-de5b-46b3-9146-480d39aca9e2" providerId="AD" clId="Web-{97F8500E-77A5-142C-8C7C-9627C1AEA8AC}" dt="2025-11-18T14:33:01.244" v="289" actId="1076"/>
          <ac:spMkLst>
            <pc:docMk/>
            <pc:sldMk cId="3818246734" sldId="292"/>
            <ac:spMk id="2" creationId="{58C8BE30-20FA-74A2-4B55-BE0401BB291D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56:26.408" v="542" actId="20577"/>
          <ac:spMkLst>
            <pc:docMk/>
            <pc:sldMk cId="3818246734" sldId="292"/>
            <ac:spMk id="7" creationId="{B435DD0E-B481-8678-D31B-862A0FCFA0C2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32:58.010" v="288" actId="1076"/>
          <ac:spMkLst>
            <pc:docMk/>
            <pc:sldMk cId="3818246734" sldId="292"/>
            <ac:spMk id="9" creationId="{164E2CD4-128B-4517-4094-415477717C3D}"/>
          </ac:spMkLst>
        </pc:spChg>
        <pc:picChg chg="del">
          <ac:chgData name="Jakub Micał" userId="S::jakubmical@student.agh.edu.pl::54c74fde-de5b-46b3-9146-480d39aca9e2" providerId="AD" clId="Web-{97F8500E-77A5-142C-8C7C-9627C1AEA8AC}" dt="2025-11-18T14:32:22.678" v="278"/>
          <ac:picMkLst>
            <pc:docMk/>
            <pc:sldMk cId="3818246734" sldId="292"/>
            <ac:picMk id="3" creationId="{E2DD51E3-8DD6-C3AD-017A-3C12001CD7C5}"/>
          </ac:picMkLst>
        </pc:picChg>
        <pc:picChg chg="add del mod">
          <ac:chgData name="Jakub Micał" userId="S::jakubmical@student.agh.edu.pl::54c74fde-de5b-46b3-9146-480d39aca9e2" providerId="AD" clId="Web-{97F8500E-77A5-142C-8C7C-9627C1AEA8AC}" dt="2025-11-18T14:32:43.899" v="284"/>
          <ac:picMkLst>
            <pc:docMk/>
            <pc:sldMk cId="3818246734" sldId="292"/>
            <ac:picMk id="6" creationId="{66DCFEEC-AF00-21AB-C285-49603006C36A}"/>
          </ac:picMkLst>
        </pc:picChg>
        <pc:picChg chg="add mod">
          <ac:chgData name="Jakub Micał" userId="S::jakubmical@student.agh.edu.pl::54c74fde-de5b-46b3-9146-480d39aca9e2" providerId="AD" clId="Web-{97F8500E-77A5-142C-8C7C-9627C1AEA8AC}" dt="2025-11-18T14:33:07.776" v="291" actId="1076"/>
          <ac:picMkLst>
            <pc:docMk/>
            <pc:sldMk cId="3818246734" sldId="292"/>
            <ac:picMk id="8" creationId="{6467223E-ACAE-37F2-937E-7B5344C1E448}"/>
          </ac:picMkLst>
        </pc:picChg>
      </pc:sldChg>
      <pc:sldChg chg="addSp delSp modSp add replId">
        <pc:chgData name="Jakub Micał" userId="S::jakubmical@student.agh.edu.pl::54c74fde-de5b-46b3-9146-480d39aca9e2" providerId="AD" clId="Web-{97F8500E-77A5-142C-8C7C-9627C1AEA8AC}" dt="2025-11-18T14:14:57.102" v="243" actId="20577"/>
        <pc:sldMkLst>
          <pc:docMk/>
          <pc:sldMk cId="1896609664" sldId="293"/>
        </pc:sldMkLst>
        <pc:spChg chg="mod">
          <ac:chgData name="Jakub Micał" userId="S::jakubmical@student.agh.edu.pl::54c74fde-de5b-46b3-9146-480d39aca9e2" providerId="AD" clId="Web-{97F8500E-77A5-142C-8C7C-9627C1AEA8AC}" dt="2025-11-18T14:08:30.436" v="123" actId="14100"/>
          <ac:spMkLst>
            <pc:docMk/>
            <pc:sldMk cId="1896609664" sldId="293"/>
            <ac:spMk id="2" creationId="{3E7B8B5F-A8B8-7E88-598E-CDA5D1E04A6B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14:57.102" v="243" actId="20577"/>
          <ac:spMkLst>
            <pc:docMk/>
            <pc:sldMk cId="1896609664" sldId="293"/>
            <ac:spMk id="7" creationId="{E72ECC5C-A095-D94A-395D-76A9CED0A43D}"/>
          </ac:spMkLst>
        </pc:spChg>
        <pc:spChg chg="mod">
          <ac:chgData name="Jakub Micał" userId="S::jakubmical@student.agh.edu.pl::54c74fde-de5b-46b3-9146-480d39aca9e2" providerId="AD" clId="Web-{97F8500E-77A5-142C-8C7C-9627C1AEA8AC}" dt="2025-11-18T14:08:29.076" v="122" actId="14100"/>
          <ac:spMkLst>
            <pc:docMk/>
            <pc:sldMk cId="1896609664" sldId="293"/>
            <ac:spMk id="9" creationId="{E6B76E37-725E-C66A-D3DC-DFED3DED4FA8}"/>
          </ac:spMkLst>
        </pc:spChg>
        <pc:picChg chg="del">
          <ac:chgData name="Jakub Micał" userId="S::jakubmical@student.agh.edu.pl::54c74fde-de5b-46b3-9146-480d39aca9e2" providerId="AD" clId="Web-{97F8500E-77A5-142C-8C7C-9627C1AEA8AC}" dt="2025-11-18T14:07:33.419" v="108"/>
          <ac:picMkLst>
            <pc:docMk/>
            <pc:sldMk cId="1896609664" sldId="293"/>
            <ac:picMk id="3" creationId="{0C72EEFD-9E39-AD19-45D0-5EDF85D19070}"/>
          </ac:picMkLst>
        </pc:picChg>
        <pc:picChg chg="add mod">
          <ac:chgData name="Jakub Micał" userId="S::jakubmical@student.agh.edu.pl::54c74fde-de5b-46b3-9146-480d39aca9e2" providerId="AD" clId="Web-{97F8500E-77A5-142C-8C7C-9627C1AEA8AC}" dt="2025-11-18T14:12:22.003" v="229" actId="14100"/>
          <ac:picMkLst>
            <pc:docMk/>
            <pc:sldMk cId="1896609664" sldId="293"/>
            <ac:picMk id="6" creationId="{CB024265-A77A-B867-40AC-C3A1B8E99822}"/>
          </ac:picMkLst>
        </pc:picChg>
      </pc:sldChg>
    </pc:docChg>
  </pc:docChgLst>
  <pc:docChgLst>
    <pc:chgData name="Jakub Micał" userId="S::jakubmical@student.agh.edu.pl::54c74fde-de5b-46b3-9146-480d39aca9e2" providerId="AD" clId="Web-{9CFAD611-D97A-3889-E74F-FCE33C68582A}"/>
    <pc:docChg chg="modSld">
      <pc:chgData name="Jakub Micał" userId="S::jakubmical@student.agh.edu.pl::54c74fde-de5b-46b3-9146-480d39aca9e2" providerId="AD" clId="Web-{9CFAD611-D97A-3889-E74F-FCE33C68582A}" dt="2025-11-19T15:01:17.636" v="23" actId="20577"/>
      <pc:docMkLst>
        <pc:docMk/>
      </pc:docMkLst>
      <pc:sldChg chg="addSp delSp modSp">
        <pc:chgData name="Jakub Micał" userId="S::jakubmical@student.agh.edu.pl::54c74fde-de5b-46b3-9146-480d39aca9e2" providerId="AD" clId="Web-{9CFAD611-D97A-3889-E74F-FCE33C68582A}" dt="2025-11-19T14:59:55.604" v="20" actId="14100"/>
        <pc:sldMkLst>
          <pc:docMk/>
          <pc:sldMk cId="3979935532" sldId="274"/>
        </pc:sldMkLst>
        <pc:picChg chg="add mod">
          <ac:chgData name="Jakub Micał" userId="S::jakubmical@student.agh.edu.pl::54c74fde-de5b-46b3-9146-480d39aca9e2" providerId="AD" clId="Web-{9CFAD611-D97A-3889-E74F-FCE33C68582A}" dt="2025-11-19T14:59:55.604" v="20" actId="14100"/>
          <ac:picMkLst>
            <pc:docMk/>
            <pc:sldMk cId="3979935532" sldId="274"/>
            <ac:picMk id="3" creationId="{2561AD31-29F1-DBA4-5526-4E82548C1F5D}"/>
          </ac:picMkLst>
        </pc:picChg>
        <pc:picChg chg="del mod">
          <ac:chgData name="Jakub Micał" userId="S::jakubmical@student.agh.edu.pl::54c74fde-de5b-46b3-9146-480d39aca9e2" providerId="AD" clId="Web-{9CFAD611-D97A-3889-E74F-FCE33C68582A}" dt="2025-11-19T14:59:10.837" v="18"/>
          <ac:picMkLst>
            <pc:docMk/>
            <pc:sldMk cId="3979935532" sldId="274"/>
            <ac:picMk id="1362" creationId="{DDF44BE0-424C-611A-133D-D6AED31C1D38}"/>
          </ac:picMkLst>
        </pc:picChg>
      </pc:sldChg>
      <pc:sldChg chg="modSp">
        <pc:chgData name="Jakub Micał" userId="S::jakubmical@student.agh.edu.pl::54c74fde-de5b-46b3-9146-480d39aca9e2" providerId="AD" clId="Web-{9CFAD611-D97A-3889-E74F-FCE33C68582A}" dt="2025-11-19T15:01:17.636" v="23" actId="20577"/>
        <pc:sldMkLst>
          <pc:docMk/>
          <pc:sldMk cId="1273621284" sldId="295"/>
        </pc:sldMkLst>
        <pc:spChg chg="mod">
          <ac:chgData name="Jakub Micał" userId="S::jakubmical@student.agh.edu.pl::54c74fde-de5b-46b3-9146-480d39aca9e2" providerId="AD" clId="Web-{9CFAD611-D97A-3889-E74F-FCE33C68582A}" dt="2025-11-19T15:01:17.636" v="23" actId="20577"/>
          <ac:spMkLst>
            <pc:docMk/>
            <pc:sldMk cId="1273621284" sldId="295"/>
            <ac:spMk id="6" creationId="{E5257D95-068D-FF5F-808C-0FEB53F2750F}"/>
          </ac:spMkLst>
        </pc:spChg>
      </pc:sldChg>
    </pc:docChg>
  </pc:docChgLst>
  <pc:docChgLst>
    <pc:chgData name="Jakub Micał" userId="S::jakubmical@student.agh.edu.pl::54c74fde-de5b-46b3-9146-480d39aca9e2" providerId="AD" clId="Web-{AF6DE402-C340-2ABE-572E-91DCCE3863EB}"/>
    <pc:docChg chg="addSld delSld modSld">
      <pc:chgData name="Jakub Micał" userId="S::jakubmical@student.agh.edu.pl::54c74fde-de5b-46b3-9146-480d39aca9e2" providerId="AD" clId="Web-{AF6DE402-C340-2ABE-572E-91DCCE3863EB}" dt="2025-11-19T11:52:00.733" v="879" actId="20577"/>
      <pc:docMkLst>
        <pc:docMk/>
      </pc:docMkLst>
      <pc:sldChg chg="delSp">
        <pc:chgData name="Jakub Micał" userId="S::jakubmical@student.agh.edu.pl::54c74fde-de5b-46b3-9146-480d39aca9e2" providerId="AD" clId="Web-{AF6DE402-C340-2ABE-572E-91DCCE3863EB}" dt="2025-11-19T11:45:24.018" v="737"/>
        <pc:sldMkLst>
          <pc:docMk/>
          <pc:sldMk cId="3979935532" sldId="274"/>
        </pc:sldMkLst>
        <pc:spChg chg="del">
          <ac:chgData name="Jakub Micał" userId="S::jakubmical@student.agh.edu.pl::54c74fde-de5b-46b3-9146-480d39aca9e2" providerId="AD" clId="Web-{AF6DE402-C340-2ABE-572E-91DCCE3863EB}" dt="2025-11-19T11:45:24.018" v="737"/>
          <ac:spMkLst>
            <pc:docMk/>
            <pc:sldMk cId="3979935532" sldId="274"/>
            <ac:spMk id="7" creationId="{F20F7929-5938-F5E8-55BB-94D0A14D6112}"/>
          </ac:spMkLst>
        </pc:spChg>
      </pc:sldChg>
      <pc:sldChg chg="addSp delSp modSp">
        <pc:chgData name="Jakub Micał" userId="S::jakubmical@student.agh.edu.pl::54c74fde-de5b-46b3-9146-480d39aca9e2" providerId="AD" clId="Web-{AF6DE402-C340-2ABE-572E-91DCCE3863EB}" dt="2025-11-19T11:45:00.829" v="736" actId="20577"/>
        <pc:sldMkLst>
          <pc:docMk/>
          <pc:sldMk cId="104319841" sldId="279"/>
        </pc:sldMkLst>
        <pc:spChg chg="del mod">
          <ac:chgData name="Jakub Micał" userId="S::jakubmical@student.agh.edu.pl::54c74fde-de5b-46b3-9146-480d39aca9e2" providerId="AD" clId="Web-{AF6DE402-C340-2ABE-572E-91DCCE3863EB}" dt="2025-11-19T11:37:20.751" v="460"/>
          <ac:spMkLst>
            <pc:docMk/>
            <pc:sldMk cId="104319841" sldId="279"/>
            <ac:spMk id="2" creationId="{E7BBEC76-FD8E-E2F7-4E8D-6718FB873497}"/>
          </ac:spMkLst>
        </pc:spChg>
        <pc:spChg chg="add del mod">
          <ac:chgData name="Jakub Micał" userId="S::jakubmical@student.agh.edu.pl::54c74fde-de5b-46b3-9146-480d39aca9e2" providerId="AD" clId="Web-{AF6DE402-C340-2ABE-572E-91DCCE3863EB}" dt="2025-11-19T11:36:35.732" v="448"/>
          <ac:spMkLst>
            <pc:docMk/>
            <pc:sldMk cId="104319841" sldId="279"/>
            <ac:spMk id="6" creationId="{88CCB82C-F51C-0378-44AB-E16E5F5197A8}"/>
          </ac:spMkLst>
        </pc:spChg>
        <pc:spChg chg="mod">
          <ac:chgData name="Jakub Micał" userId="S::jakubmical@student.agh.edu.pl::54c74fde-de5b-46b3-9146-480d39aca9e2" providerId="AD" clId="Web-{AF6DE402-C340-2ABE-572E-91DCCE3863EB}" dt="2025-11-19T11:45:00.829" v="736" actId="20577"/>
          <ac:spMkLst>
            <pc:docMk/>
            <pc:sldMk cId="104319841" sldId="279"/>
            <ac:spMk id="7" creationId="{D209C021-006A-31C2-A79D-4B23AC1F4869}"/>
          </ac:spMkLst>
        </pc:spChg>
        <pc:spChg chg="mod ord">
          <ac:chgData name="Jakub Micał" userId="S::jakubmical@student.agh.edu.pl::54c74fde-de5b-46b3-9146-480d39aca9e2" providerId="AD" clId="Web-{AF6DE402-C340-2ABE-572E-91DCCE3863EB}" dt="2025-11-19T11:41:11.961" v="602" actId="14100"/>
          <ac:spMkLst>
            <pc:docMk/>
            <pc:sldMk cId="104319841" sldId="279"/>
            <ac:spMk id="9" creationId="{43C5D663-07E3-E323-CABA-EEE123F8B7AB}"/>
          </ac:spMkLst>
        </pc:spChg>
        <pc:spChg chg="del mod">
          <ac:chgData name="Jakub Micał" userId="S::jakubmical@student.agh.edu.pl::54c74fde-de5b-46b3-9146-480d39aca9e2" providerId="AD" clId="Web-{AF6DE402-C340-2ABE-572E-91DCCE3863EB}" dt="2025-11-19T11:36:30.482" v="445"/>
          <ac:spMkLst>
            <pc:docMk/>
            <pc:sldMk cId="104319841" sldId="279"/>
            <ac:spMk id="11" creationId="{CB24F17C-EBE9-C6F6-2E38-AD1B2CCCCD91}"/>
          </ac:spMkLst>
        </pc:spChg>
        <pc:spChg chg="mod">
          <ac:chgData name="Jakub Micał" userId="S::jakubmical@student.agh.edu.pl::54c74fde-de5b-46b3-9146-480d39aca9e2" providerId="AD" clId="Web-{AF6DE402-C340-2ABE-572E-91DCCE3863EB}" dt="2025-11-19T11:41:03.554" v="599" actId="14100"/>
          <ac:spMkLst>
            <pc:docMk/>
            <pc:sldMk cId="104319841" sldId="279"/>
            <ac:spMk id="12" creationId="{3EB41AC3-66D7-88B2-3EBD-275890F91B71}"/>
          </ac:spMkLst>
        </pc:spChg>
        <pc:picChg chg="del">
          <ac:chgData name="Jakub Micał" userId="S::jakubmical@student.agh.edu.pl::54c74fde-de5b-46b3-9146-480d39aca9e2" providerId="AD" clId="Web-{AF6DE402-C340-2ABE-572E-91DCCE3863EB}" dt="2025-11-19T11:36:18.715" v="439"/>
          <ac:picMkLst>
            <pc:docMk/>
            <pc:sldMk cId="104319841" sldId="279"/>
            <ac:picMk id="8" creationId="{DFD1D9ED-5200-36A4-28BA-ED2CC75AA23C}"/>
          </ac:picMkLst>
        </pc:picChg>
        <pc:picChg chg="add del mod">
          <ac:chgData name="Jakub Micał" userId="S::jakubmical@student.agh.edu.pl::54c74fde-de5b-46b3-9146-480d39aca9e2" providerId="AD" clId="Web-{AF6DE402-C340-2ABE-572E-91DCCE3863EB}" dt="2025-11-19T11:40:36.663" v="589"/>
          <ac:picMkLst>
            <pc:docMk/>
            <pc:sldMk cId="104319841" sldId="279"/>
            <ac:picMk id="10" creationId="{70F1AF56-82FB-FF2E-F36C-510C03EF5ABF}"/>
          </ac:picMkLst>
        </pc:picChg>
        <pc:picChg chg="add mod ord">
          <ac:chgData name="Jakub Micał" userId="S::jakubmical@student.agh.edu.pl::54c74fde-de5b-46b3-9146-480d39aca9e2" providerId="AD" clId="Web-{AF6DE402-C340-2ABE-572E-91DCCE3863EB}" dt="2025-11-19T11:41:06.867" v="600" actId="1076"/>
          <ac:picMkLst>
            <pc:docMk/>
            <pc:sldMk cId="104319841" sldId="279"/>
            <ac:picMk id="13" creationId="{2E9D19D6-92B2-9244-4838-9FEE89E0A86E}"/>
          </ac:picMkLst>
        </pc:picChg>
      </pc:sldChg>
      <pc:sldChg chg="modSp">
        <pc:chgData name="Jakub Micał" userId="S::jakubmical@student.agh.edu.pl::54c74fde-de5b-46b3-9146-480d39aca9e2" providerId="AD" clId="Web-{AF6DE402-C340-2ABE-572E-91DCCE3863EB}" dt="2025-11-19T11:49:34.908" v="845" actId="20577"/>
        <pc:sldMkLst>
          <pc:docMk/>
          <pc:sldMk cId="747512386" sldId="285"/>
        </pc:sldMkLst>
        <pc:spChg chg="mod">
          <ac:chgData name="Jakub Micał" userId="S::jakubmical@student.agh.edu.pl::54c74fde-de5b-46b3-9146-480d39aca9e2" providerId="AD" clId="Web-{AF6DE402-C340-2ABE-572E-91DCCE3863EB}" dt="2025-11-19T11:29:50.004" v="423" actId="20577"/>
          <ac:spMkLst>
            <pc:docMk/>
            <pc:sldMk cId="747512386" sldId="285"/>
            <ac:spMk id="2" creationId="{433B531D-F69B-0F09-CB81-5B6177523D87}"/>
          </ac:spMkLst>
        </pc:spChg>
        <pc:spChg chg="mod">
          <ac:chgData name="Jakub Micał" userId="S::jakubmical@student.agh.edu.pl::54c74fde-de5b-46b3-9146-480d39aca9e2" providerId="AD" clId="Web-{AF6DE402-C340-2ABE-572E-91DCCE3863EB}" dt="2025-11-19T11:49:34.908" v="845" actId="20577"/>
          <ac:spMkLst>
            <pc:docMk/>
            <pc:sldMk cId="747512386" sldId="285"/>
            <ac:spMk id="10" creationId="{19B981A4-4558-2848-FDD9-89660963A831}"/>
          </ac:spMkLst>
        </pc:spChg>
      </pc:sldChg>
      <pc:sldChg chg="modSp">
        <pc:chgData name="Jakub Micał" userId="S::jakubmical@student.agh.edu.pl::54c74fde-de5b-46b3-9146-480d39aca9e2" providerId="AD" clId="Web-{AF6DE402-C340-2ABE-572E-91DCCE3863EB}" dt="2025-11-19T11:46:39.899" v="740" actId="1076"/>
        <pc:sldMkLst>
          <pc:docMk/>
          <pc:sldMk cId="3011693078" sldId="288"/>
        </pc:sldMkLst>
        <pc:spChg chg="mod">
          <ac:chgData name="Jakub Micał" userId="S::jakubmical@student.agh.edu.pl::54c74fde-de5b-46b3-9146-480d39aca9e2" providerId="AD" clId="Web-{AF6DE402-C340-2ABE-572E-91DCCE3863EB}" dt="2025-11-19T11:46:34.711" v="739" actId="14100"/>
          <ac:spMkLst>
            <pc:docMk/>
            <pc:sldMk cId="3011693078" sldId="288"/>
            <ac:spMk id="12" creationId="{231E3937-F18C-D7BE-0049-4D2811FF287D}"/>
          </ac:spMkLst>
        </pc:spChg>
        <pc:picChg chg="mod">
          <ac:chgData name="Jakub Micał" userId="S::jakubmical@student.agh.edu.pl::54c74fde-de5b-46b3-9146-480d39aca9e2" providerId="AD" clId="Web-{AF6DE402-C340-2ABE-572E-91DCCE3863EB}" dt="2025-11-19T11:46:39.899" v="740" actId="1076"/>
          <ac:picMkLst>
            <pc:docMk/>
            <pc:sldMk cId="3011693078" sldId="288"/>
            <ac:picMk id="3" creationId="{0E2884B8-AE3B-9120-9F8A-E9102DC0F57E}"/>
          </ac:picMkLst>
        </pc:picChg>
      </pc:sldChg>
      <pc:sldChg chg="modSp">
        <pc:chgData name="Jakub Micał" userId="S::jakubmical@student.agh.edu.pl::54c74fde-de5b-46b3-9146-480d39aca9e2" providerId="AD" clId="Web-{AF6DE402-C340-2ABE-572E-91DCCE3863EB}" dt="2025-11-19T11:50:06.034" v="847" actId="14100"/>
        <pc:sldMkLst>
          <pc:docMk/>
          <pc:sldMk cId="3510154614" sldId="291"/>
        </pc:sldMkLst>
        <pc:spChg chg="mod">
          <ac:chgData name="Jakub Micał" userId="S::jakubmical@student.agh.edu.pl::54c74fde-de5b-46b3-9146-480d39aca9e2" providerId="AD" clId="Web-{AF6DE402-C340-2ABE-572E-91DCCE3863EB}" dt="2025-11-19T11:50:01.284" v="846" actId="14100"/>
          <ac:spMkLst>
            <pc:docMk/>
            <pc:sldMk cId="3510154614" sldId="291"/>
            <ac:spMk id="7" creationId="{8CA14F4D-CC3F-8FDC-77F0-88B7C1646EE9}"/>
          </ac:spMkLst>
        </pc:spChg>
        <pc:spChg chg="mod">
          <ac:chgData name="Jakub Micał" userId="S::jakubmical@student.agh.edu.pl::54c74fde-de5b-46b3-9146-480d39aca9e2" providerId="AD" clId="Web-{AF6DE402-C340-2ABE-572E-91DCCE3863EB}" dt="2025-11-19T11:50:06.034" v="847" actId="14100"/>
          <ac:spMkLst>
            <pc:docMk/>
            <pc:sldMk cId="3510154614" sldId="291"/>
            <ac:spMk id="12" creationId="{FB93BFA9-E477-F7BF-AAEB-24DF4BD12D43}"/>
          </ac:spMkLst>
        </pc:spChg>
      </pc:sldChg>
      <pc:sldChg chg="modSp">
        <pc:chgData name="Jakub Micał" userId="S::jakubmical@student.agh.edu.pl::54c74fde-de5b-46b3-9146-480d39aca9e2" providerId="AD" clId="Web-{AF6DE402-C340-2ABE-572E-91DCCE3863EB}" dt="2025-11-19T11:43:11.254" v="674" actId="14100"/>
        <pc:sldMkLst>
          <pc:docMk/>
          <pc:sldMk cId="1896609664" sldId="293"/>
        </pc:sldMkLst>
        <pc:spChg chg="mod">
          <ac:chgData name="Jakub Micał" userId="S::jakubmical@student.agh.edu.pl::54c74fde-de5b-46b3-9146-480d39aca9e2" providerId="AD" clId="Web-{AF6DE402-C340-2ABE-572E-91DCCE3863EB}" dt="2025-11-19T11:43:11.254" v="674" actId="14100"/>
          <ac:spMkLst>
            <pc:docMk/>
            <pc:sldMk cId="1896609664" sldId="293"/>
            <ac:spMk id="7" creationId="{E72ECC5C-A095-D94A-395D-76A9CED0A43D}"/>
          </ac:spMkLst>
        </pc:spChg>
      </pc:sldChg>
      <pc:sldChg chg="addSp modSp add replId">
        <pc:chgData name="Jakub Micał" userId="S::jakubmical@student.agh.edu.pl::54c74fde-de5b-46b3-9146-480d39aca9e2" providerId="AD" clId="Web-{AF6DE402-C340-2ABE-572E-91DCCE3863EB}" dt="2025-11-19T11:52:00.733" v="879" actId="20577"/>
        <pc:sldMkLst>
          <pc:docMk/>
          <pc:sldMk cId="1273621284" sldId="295"/>
        </pc:sldMkLst>
        <pc:spChg chg="add mod">
          <ac:chgData name="Jakub Micał" userId="S::jakubmical@student.agh.edu.pl::54c74fde-de5b-46b3-9146-480d39aca9e2" providerId="AD" clId="Web-{AF6DE402-C340-2ABE-572E-91DCCE3863EB}" dt="2025-11-19T11:24:51.885" v="399" actId="20577"/>
          <ac:spMkLst>
            <pc:docMk/>
            <pc:sldMk cId="1273621284" sldId="295"/>
            <ac:spMk id="3" creationId="{259C9FE8-2EC4-DA0F-83C6-A90161C9787D}"/>
          </ac:spMkLst>
        </pc:spChg>
        <pc:spChg chg="add mod">
          <ac:chgData name="Jakub Micał" userId="S::jakubmical@student.agh.edu.pl::54c74fde-de5b-46b3-9146-480d39aca9e2" providerId="AD" clId="Web-{AF6DE402-C340-2ABE-572E-91DCCE3863EB}" dt="2025-11-19T11:52:00.733" v="879" actId="20577"/>
          <ac:spMkLst>
            <pc:docMk/>
            <pc:sldMk cId="1273621284" sldId="295"/>
            <ac:spMk id="6" creationId="{E5257D95-068D-FF5F-808C-0FEB53F2750F}"/>
          </ac:spMkLst>
        </pc:spChg>
        <pc:spChg chg="mod">
          <ac:chgData name="Jakub Micał" userId="S::jakubmical@student.agh.edu.pl::54c74fde-de5b-46b3-9146-480d39aca9e2" providerId="AD" clId="Web-{AF6DE402-C340-2ABE-572E-91DCCE3863EB}" dt="2025-11-19T11:25:19.308" v="402" actId="14100"/>
          <ac:spMkLst>
            <pc:docMk/>
            <pc:sldMk cId="1273621284" sldId="295"/>
            <ac:spMk id="8" creationId="{1EA15568-7295-A9E3-D769-E1721C249B38}"/>
          </ac:spMkLst>
        </pc:spChg>
        <pc:spChg chg="mod">
          <ac:chgData name="Jakub Micał" userId="S::jakubmical@student.agh.edu.pl::54c74fde-de5b-46b3-9146-480d39aca9e2" providerId="AD" clId="Web-{AF6DE402-C340-2ABE-572E-91DCCE3863EB}" dt="2025-11-19T11:26:11.716" v="409" actId="14100"/>
          <ac:spMkLst>
            <pc:docMk/>
            <pc:sldMk cId="1273621284" sldId="295"/>
            <ac:spMk id="10" creationId="{75033FB1-D6AF-E104-E4F9-799E0DBCB587}"/>
          </ac:spMkLst>
        </pc:spChg>
      </pc:sldChg>
      <pc:sldChg chg="new del">
        <pc:chgData name="Jakub Micał" userId="S::jakubmical@student.agh.edu.pl::54c74fde-de5b-46b3-9146-480d39aca9e2" providerId="AD" clId="Web-{AF6DE402-C340-2ABE-572E-91DCCE3863EB}" dt="2025-11-19T11:08:37.832" v="1"/>
        <pc:sldMkLst>
          <pc:docMk/>
          <pc:sldMk cId="2443240255" sldId="295"/>
        </pc:sldMkLst>
      </pc:sldChg>
    </pc:docChg>
  </pc:docChgLst>
  <pc:docChgLst>
    <pc:chgData name="Jakub Micał" userId="S::jakubmical@student.agh.edu.pl::54c74fde-de5b-46b3-9146-480d39aca9e2" providerId="AD" clId="Web-{8722878F-C72C-8065-7EBC-9AFF83030CAC}"/>
    <pc:docChg chg="addSld delSld modSld">
      <pc:chgData name="Jakub Micał" userId="S::jakubmical@student.agh.edu.pl::54c74fde-de5b-46b3-9146-480d39aca9e2" providerId="AD" clId="Web-{8722878F-C72C-8065-7EBC-9AFF83030CAC}" dt="2025-11-19T16:35:02.693" v="508" actId="14100"/>
      <pc:docMkLst>
        <pc:docMk/>
      </pc:docMkLst>
      <pc:sldChg chg="addSp delSp modSp">
        <pc:chgData name="Jakub Micał" userId="S::jakubmical@student.agh.edu.pl::54c74fde-de5b-46b3-9146-480d39aca9e2" providerId="AD" clId="Web-{8722878F-C72C-8065-7EBC-9AFF83030CAC}" dt="2025-11-19T16:35:02.693" v="508" actId="14100"/>
        <pc:sldMkLst>
          <pc:docMk/>
          <pc:sldMk cId="3979935532" sldId="274"/>
        </pc:sldMkLst>
        <pc:picChg chg="del">
          <ac:chgData name="Jakub Micał" userId="S::jakubmical@student.agh.edu.pl::54c74fde-de5b-46b3-9146-480d39aca9e2" providerId="AD" clId="Web-{8722878F-C72C-8065-7EBC-9AFF83030CAC}" dt="2025-11-19T16:34:38.537" v="505"/>
          <ac:picMkLst>
            <pc:docMk/>
            <pc:sldMk cId="3979935532" sldId="274"/>
            <ac:picMk id="3" creationId="{2561AD31-29F1-DBA4-5526-4E82548C1F5D}"/>
          </ac:picMkLst>
        </pc:picChg>
        <pc:picChg chg="add mod">
          <ac:chgData name="Jakub Micał" userId="S::jakubmical@student.agh.edu.pl::54c74fde-de5b-46b3-9146-480d39aca9e2" providerId="AD" clId="Web-{8722878F-C72C-8065-7EBC-9AFF83030CAC}" dt="2025-11-19T16:35:02.693" v="508" actId="14100"/>
          <ac:picMkLst>
            <pc:docMk/>
            <pc:sldMk cId="3979935532" sldId="274"/>
            <ac:picMk id="4" creationId="{B8853EFD-9DE4-A45C-4197-7862A6634A12}"/>
          </ac:picMkLst>
        </pc:picChg>
      </pc:sldChg>
      <pc:sldChg chg="addSp delSp modSp">
        <pc:chgData name="Jakub Micał" userId="S::jakubmical@student.agh.edu.pl::54c74fde-de5b-46b3-9146-480d39aca9e2" providerId="AD" clId="Web-{8722878F-C72C-8065-7EBC-9AFF83030CAC}" dt="2025-11-19T16:28:55.172" v="504" actId="20577"/>
        <pc:sldMkLst>
          <pc:docMk/>
          <pc:sldMk cId="2808653801" sldId="287"/>
        </pc:sldMkLst>
        <pc:spChg chg="del mod">
          <ac:chgData name="Jakub Micał" userId="S::jakubmical@student.agh.edu.pl::54c74fde-de5b-46b3-9146-480d39aca9e2" providerId="AD" clId="Web-{8722878F-C72C-8065-7EBC-9AFF83030CAC}" dt="2025-11-19T16:17:42.401" v="22"/>
          <ac:spMkLst>
            <pc:docMk/>
            <pc:sldMk cId="2808653801" sldId="287"/>
            <ac:spMk id="2" creationId="{11703B74-34F6-40B6-FA02-6C37D25628EF}"/>
          </ac:spMkLst>
        </pc:spChg>
        <pc:spChg chg="mod">
          <ac:chgData name="Jakub Micał" userId="S::jakubmical@student.agh.edu.pl::54c74fde-de5b-46b3-9146-480d39aca9e2" providerId="AD" clId="Web-{8722878F-C72C-8065-7EBC-9AFF83030CAC}" dt="2025-11-19T16:28:55.172" v="504" actId="20577"/>
          <ac:spMkLst>
            <pc:docMk/>
            <pc:sldMk cId="2808653801" sldId="287"/>
            <ac:spMk id="6" creationId="{E05B4E12-47B6-8099-9660-5D22EF7B5AC2}"/>
          </ac:spMkLst>
        </pc:spChg>
        <pc:spChg chg="mod ord">
          <ac:chgData name="Jakub Micał" userId="S::jakubmical@student.agh.edu.pl::54c74fde-de5b-46b3-9146-480d39aca9e2" providerId="AD" clId="Web-{8722878F-C72C-8065-7EBC-9AFF83030CAC}" dt="2025-11-19T16:18:06.229" v="31" actId="1076"/>
          <ac:spMkLst>
            <pc:docMk/>
            <pc:sldMk cId="2808653801" sldId="287"/>
            <ac:spMk id="9" creationId="{E23631D4-B079-C3C2-7516-7470C1180E0F}"/>
          </ac:spMkLst>
        </pc:spChg>
        <pc:picChg chg="add mod ord">
          <ac:chgData name="Jakub Micał" userId="S::jakubmical@student.agh.edu.pl::54c74fde-de5b-46b3-9146-480d39aca9e2" providerId="AD" clId="Web-{8722878F-C72C-8065-7EBC-9AFF83030CAC}" dt="2025-11-19T16:19:59.514" v="238" actId="1076"/>
          <ac:picMkLst>
            <pc:docMk/>
            <pc:sldMk cId="2808653801" sldId="287"/>
            <ac:picMk id="3" creationId="{A23061A4-6829-87C7-D81E-16AB29B169B8}"/>
          </ac:picMkLst>
        </pc:picChg>
        <pc:picChg chg="del mod">
          <ac:chgData name="Jakub Micał" userId="S::jakubmical@student.agh.edu.pl::54c74fde-de5b-46b3-9146-480d39aca9e2" providerId="AD" clId="Web-{8722878F-C72C-8065-7EBC-9AFF83030CAC}" dt="2025-11-19T16:17:09.745" v="9"/>
          <ac:picMkLst>
            <pc:docMk/>
            <pc:sldMk cId="2808653801" sldId="287"/>
            <ac:picMk id="8" creationId="{B1153E1B-D8FF-C3A8-8CE4-06E6397B1CC1}"/>
          </ac:picMkLst>
        </pc:picChg>
      </pc:sldChg>
      <pc:sldChg chg="new del">
        <pc:chgData name="Jakub Micał" userId="S::jakubmical@student.agh.edu.pl::54c74fde-de5b-46b3-9146-480d39aca9e2" providerId="AD" clId="Web-{8722878F-C72C-8065-7EBC-9AFF83030CAC}" dt="2025-11-19T16:20:28.624" v="240"/>
        <pc:sldMkLst>
          <pc:docMk/>
          <pc:sldMk cId="1589559505" sldId="296"/>
        </pc:sldMkLst>
      </pc:sldChg>
      <pc:sldChg chg="addSp delSp modSp add replId">
        <pc:chgData name="Jakub Micał" userId="S::jakubmical@student.agh.edu.pl::54c74fde-de5b-46b3-9146-480d39aca9e2" providerId="AD" clId="Web-{8722878F-C72C-8065-7EBC-9AFF83030CAC}" dt="2025-11-19T16:27:13.937" v="451" actId="14100"/>
        <pc:sldMkLst>
          <pc:docMk/>
          <pc:sldMk cId="3311316219" sldId="296"/>
        </pc:sldMkLst>
        <pc:spChg chg="add del mod">
          <ac:chgData name="Jakub Micał" userId="S::jakubmical@student.agh.edu.pl::54c74fde-de5b-46b3-9146-480d39aca9e2" providerId="AD" clId="Web-{8722878F-C72C-8065-7EBC-9AFF83030CAC}" dt="2025-11-19T16:26:35.141" v="448"/>
          <ac:spMkLst>
            <pc:docMk/>
            <pc:sldMk cId="3311316219" sldId="296"/>
            <ac:spMk id="2" creationId="{8B30FA20-0BD8-B4C5-9E58-ABF6993B9486}"/>
          </ac:spMkLst>
        </pc:spChg>
        <pc:spChg chg="del mod">
          <ac:chgData name="Jakub Micał" userId="S::jakubmical@student.agh.edu.pl::54c74fde-de5b-46b3-9146-480d39aca9e2" providerId="AD" clId="Web-{8722878F-C72C-8065-7EBC-9AFF83030CAC}" dt="2025-11-19T16:21:32.546" v="325"/>
          <ac:spMkLst>
            <pc:docMk/>
            <pc:sldMk cId="3311316219" sldId="296"/>
            <ac:spMk id="6" creationId="{ECDE51AD-5B33-5B99-04A6-4C2CA44EF7D4}"/>
          </ac:spMkLst>
        </pc:spChg>
        <pc:spChg chg="add del">
          <ac:chgData name="Jakub Micał" userId="S::jakubmical@student.agh.edu.pl::54c74fde-de5b-46b3-9146-480d39aca9e2" providerId="AD" clId="Web-{8722878F-C72C-8065-7EBC-9AFF83030CAC}" dt="2025-11-19T16:21:37.999" v="332"/>
          <ac:spMkLst>
            <pc:docMk/>
            <pc:sldMk cId="3311316219" sldId="296"/>
            <ac:spMk id="7" creationId="{F1CFC949-2005-FEF9-A0F3-994D2481C43C}"/>
          </ac:spMkLst>
        </pc:spChg>
        <pc:spChg chg="add del">
          <ac:chgData name="Jakub Micał" userId="S::jakubmical@student.agh.edu.pl::54c74fde-de5b-46b3-9146-480d39aca9e2" providerId="AD" clId="Web-{8722878F-C72C-8065-7EBC-9AFF83030CAC}" dt="2025-11-19T16:21:37.421" v="331"/>
          <ac:spMkLst>
            <pc:docMk/>
            <pc:sldMk cId="3311316219" sldId="296"/>
            <ac:spMk id="8" creationId="{A361CD8D-96DB-B77C-FCA5-1EFF60055F2E}"/>
          </ac:spMkLst>
        </pc:spChg>
        <pc:spChg chg="mod">
          <ac:chgData name="Jakub Micał" userId="S::jakubmical@student.agh.edu.pl::54c74fde-de5b-46b3-9146-480d39aca9e2" providerId="AD" clId="Web-{8722878F-C72C-8065-7EBC-9AFF83030CAC}" dt="2025-11-19T16:27:13.937" v="451" actId="14100"/>
          <ac:spMkLst>
            <pc:docMk/>
            <pc:sldMk cId="3311316219" sldId="296"/>
            <ac:spMk id="9" creationId="{A37EAF5B-4A69-77AD-ED24-D506C9DBE6AD}"/>
          </ac:spMkLst>
        </pc:spChg>
        <pc:spChg chg="add mod">
          <ac:chgData name="Jakub Micał" userId="S::jakubmical@student.agh.edu.pl::54c74fde-de5b-46b3-9146-480d39aca9e2" providerId="AD" clId="Web-{8722878F-C72C-8065-7EBC-9AFF83030CAC}" dt="2025-11-19T16:25:30.422" v="435" actId="14100"/>
          <ac:spMkLst>
            <pc:docMk/>
            <pc:sldMk cId="3311316219" sldId="296"/>
            <ac:spMk id="10" creationId="{0B2A2C6C-7A93-A3AC-7A9D-940EDBCFFEFC}"/>
          </ac:spMkLst>
        </pc:spChg>
        <pc:spChg chg="add mod">
          <ac:chgData name="Jakub Micał" userId="S::jakubmical@student.agh.edu.pl::54c74fde-de5b-46b3-9146-480d39aca9e2" providerId="AD" clId="Web-{8722878F-C72C-8065-7EBC-9AFF83030CAC}" dt="2025-11-19T16:26:24.672" v="445" actId="14100"/>
          <ac:spMkLst>
            <pc:docMk/>
            <pc:sldMk cId="3311316219" sldId="296"/>
            <ac:spMk id="11" creationId="{C281BD69-5DEF-5593-490D-B96AAC4A8926}"/>
          </ac:spMkLst>
        </pc:spChg>
        <pc:spChg chg="mod">
          <ac:chgData name="Jakub Micał" userId="S::jakubmical@student.agh.edu.pl::54c74fde-de5b-46b3-9146-480d39aca9e2" providerId="AD" clId="Web-{8722878F-C72C-8065-7EBC-9AFF83030CAC}" dt="2025-11-19T16:22:10.812" v="386" actId="14100"/>
          <ac:spMkLst>
            <pc:docMk/>
            <pc:sldMk cId="3311316219" sldId="296"/>
            <ac:spMk id="12" creationId="{E076C9A1-F8AE-46E6-2E40-E2B0FF58CA44}"/>
          </ac:spMkLst>
        </pc:spChg>
        <pc:spChg chg="add mod">
          <ac:chgData name="Jakub Micał" userId="S::jakubmical@student.agh.edu.pl::54c74fde-de5b-46b3-9146-480d39aca9e2" providerId="AD" clId="Web-{8722878F-C72C-8065-7EBC-9AFF83030CAC}" dt="2025-11-19T16:26:27.484" v="446" actId="14100"/>
          <ac:spMkLst>
            <pc:docMk/>
            <pc:sldMk cId="3311316219" sldId="296"/>
            <ac:spMk id="13" creationId="{82995836-89A9-B26E-EB1F-0C9A8C032667}"/>
          </ac:spMkLst>
        </pc:spChg>
        <pc:spChg chg="add mod">
          <ac:chgData name="Jakub Micał" userId="S::jakubmical@student.agh.edu.pl::54c74fde-de5b-46b3-9146-480d39aca9e2" providerId="AD" clId="Web-{8722878F-C72C-8065-7EBC-9AFF83030CAC}" dt="2025-11-19T16:26:29.437" v="447" actId="14100"/>
          <ac:spMkLst>
            <pc:docMk/>
            <pc:sldMk cId="3311316219" sldId="296"/>
            <ac:spMk id="14" creationId="{BF40DC5E-7995-6A2D-7475-961542218BCD}"/>
          </ac:spMkLst>
        </pc:spChg>
        <pc:picChg chg="del">
          <ac:chgData name="Jakub Micał" userId="S::jakubmical@student.agh.edu.pl::54c74fde-de5b-46b3-9146-480d39aca9e2" providerId="AD" clId="Web-{8722878F-C72C-8065-7EBC-9AFF83030CAC}" dt="2025-11-19T16:21:24.921" v="322"/>
          <ac:picMkLst>
            <pc:docMk/>
            <pc:sldMk cId="3311316219" sldId="296"/>
            <ac:picMk id="3" creationId="{2EC590A5-8B4C-F241-0FE7-C37C6FD85D49}"/>
          </ac:picMkLst>
        </pc:picChg>
      </pc:sldChg>
    </pc:docChg>
  </pc:docChgLst>
  <pc:docChgLst>
    <pc:chgData name="Jakub Micał" userId="S::jakubmical@student.agh.edu.pl::54c74fde-de5b-46b3-9146-480d39aca9e2" providerId="AD" clId="Web-{2D3AD8E0-98D0-4A71-4DCD-AF028CAF7F29}"/>
    <pc:docChg chg="addSld delSld modSld">
      <pc:chgData name="Jakub Micał" userId="S::jakubmical@student.agh.edu.pl::54c74fde-de5b-46b3-9146-480d39aca9e2" providerId="AD" clId="Web-{2D3AD8E0-98D0-4A71-4DCD-AF028CAF7F29}" dt="2025-11-18T15:23:17.603" v="48"/>
      <pc:docMkLst>
        <pc:docMk/>
      </pc:docMkLst>
      <pc:sldChg chg="modSp">
        <pc:chgData name="Jakub Micał" userId="S::jakubmical@student.agh.edu.pl::54c74fde-de5b-46b3-9146-480d39aca9e2" providerId="AD" clId="Web-{2D3AD8E0-98D0-4A71-4DCD-AF028CAF7F29}" dt="2025-11-18T15:15:23.207" v="15" actId="20577"/>
        <pc:sldMkLst>
          <pc:docMk/>
          <pc:sldMk cId="2808653801" sldId="287"/>
        </pc:sldMkLst>
        <pc:spChg chg="mod">
          <ac:chgData name="Jakub Micał" userId="S::jakubmical@student.agh.edu.pl::54c74fde-de5b-46b3-9146-480d39aca9e2" providerId="AD" clId="Web-{2D3AD8E0-98D0-4A71-4DCD-AF028CAF7F29}" dt="2025-11-18T15:14:55.862" v="7" actId="20577"/>
          <ac:spMkLst>
            <pc:docMk/>
            <pc:sldMk cId="2808653801" sldId="287"/>
            <ac:spMk id="2" creationId="{11703B74-34F6-40B6-FA02-6C37D25628EF}"/>
          </ac:spMkLst>
        </pc:spChg>
        <pc:spChg chg="mod">
          <ac:chgData name="Jakub Micał" userId="S::jakubmical@student.agh.edu.pl::54c74fde-de5b-46b3-9146-480d39aca9e2" providerId="AD" clId="Web-{2D3AD8E0-98D0-4A71-4DCD-AF028CAF7F29}" dt="2025-11-18T15:15:23.207" v="15" actId="20577"/>
          <ac:spMkLst>
            <pc:docMk/>
            <pc:sldMk cId="2808653801" sldId="287"/>
            <ac:spMk id="6" creationId="{E05B4E12-47B6-8099-9660-5D22EF7B5AC2}"/>
          </ac:spMkLst>
        </pc:spChg>
      </pc:sldChg>
      <pc:sldChg chg="modSp">
        <pc:chgData name="Jakub Micał" userId="S::jakubmical@student.agh.edu.pl::54c74fde-de5b-46b3-9146-480d39aca9e2" providerId="AD" clId="Web-{2D3AD8E0-98D0-4A71-4DCD-AF028CAF7F29}" dt="2025-11-18T15:22:28.963" v="30" actId="1076"/>
        <pc:sldMkLst>
          <pc:docMk/>
          <pc:sldMk cId="3011693078" sldId="288"/>
        </pc:sldMkLst>
        <pc:spChg chg="mod">
          <ac:chgData name="Jakub Micał" userId="S::jakubmical@student.agh.edu.pl::54c74fde-de5b-46b3-9146-480d39aca9e2" providerId="AD" clId="Web-{2D3AD8E0-98D0-4A71-4DCD-AF028CAF7F29}" dt="2025-11-18T15:22:28.963" v="30" actId="1076"/>
          <ac:spMkLst>
            <pc:docMk/>
            <pc:sldMk cId="3011693078" sldId="288"/>
            <ac:spMk id="12" creationId="{231E3937-F18C-D7BE-0049-4D2811FF287D}"/>
          </ac:spMkLst>
        </pc:spChg>
      </pc:sldChg>
      <pc:sldChg chg="modSp">
        <pc:chgData name="Jakub Micał" userId="S::jakubmical@student.agh.edu.pl::54c74fde-de5b-46b3-9146-480d39aca9e2" providerId="AD" clId="Web-{2D3AD8E0-98D0-4A71-4DCD-AF028CAF7F29}" dt="2025-11-18T15:12:27.671" v="1" actId="20577"/>
        <pc:sldMkLst>
          <pc:docMk/>
          <pc:sldMk cId="3510154614" sldId="291"/>
        </pc:sldMkLst>
        <pc:spChg chg="mod">
          <ac:chgData name="Jakub Micał" userId="S::jakubmical@student.agh.edu.pl::54c74fde-de5b-46b3-9146-480d39aca9e2" providerId="AD" clId="Web-{2D3AD8E0-98D0-4A71-4DCD-AF028CAF7F29}" dt="2025-11-18T15:12:27.671" v="1" actId="20577"/>
          <ac:spMkLst>
            <pc:docMk/>
            <pc:sldMk cId="3510154614" sldId="291"/>
            <ac:spMk id="7" creationId="{8CA14F4D-CC3F-8FDC-77F0-88B7C1646EE9}"/>
          </ac:spMkLst>
        </pc:spChg>
      </pc:sldChg>
      <pc:sldChg chg="new del">
        <pc:chgData name="Jakub Micał" userId="S::jakubmical@student.agh.edu.pl::54c74fde-de5b-46b3-9146-480d39aca9e2" providerId="AD" clId="Web-{2D3AD8E0-98D0-4A71-4DCD-AF028CAF7F29}" dt="2025-11-18T15:21:28.931" v="19"/>
        <pc:sldMkLst>
          <pc:docMk/>
          <pc:sldMk cId="1627757255" sldId="294"/>
        </pc:sldMkLst>
      </pc:sldChg>
      <pc:sldChg chg="addSp delSp modSp new">
        <pc:chgData name="Jakub Micał" userId="S::jakubmical@student.agh.edu.pl::54c74fde-de5b-46b3-9146-480d39aca9e2" providerId="AD" clId="Web-{2D3AD8E0-98D0-4A71-4DCD-AF028CAF7F29}" dt="2025-11-18T15:23:17.603" v="48"/>
        <pc:sldMkLst>
          <pc:docMk/>
          <pc:sldMk cId="3107426906" sldId="294"/>
        </pc:sldMkLst>
        <pc:spChg chg="del">
          <ac:chgData name="Jakub Micał" userId="S::jakubmical@student.agh.edu.pl::54c74fde-de5b-46b3-9146-480d39aca9e2" providerId="AD" clId="Web-{2D3AD8E0-98D0-4A71-4DCD-AF028CAF7F29}" dt="2025-11-18T15:22:38.291" v="34"/>
          <ac:spMkLst>
            <pc:docMk/>
            <pc:sldMk cId="3107426906" sldId="294"/>
            <ac:spMk id="2" creationId="{61E31DB8-EFFA-780E-0EFD-28DC222D5282}"/>
          </ac:spMkLst>
        </pc:spChg>
        <pc:spChg chg="del">
          <ac:chgData name="Jakub Micał" userId="S::jakubmical@student.agh.edu.pl::54c74fde-de5b-46b3-9146-480d39aca9e2" providerId="AD" clId="Web-{2D3AD8E0-98D0-4A71-4DCD-AF028CAF7F29}" dt="2025-11-18T15:22:41.431" v="35"/>
          <ac:spMkLst>
            <pc:docMk/>
            <pc:sldMk cId="3107426906" sldId="294"/>
            <ac:spMk id="3" creationId="{AE9C3F98-7721-35D9-79F0-DF3CD90B67F2}"/>
          </ac:spMkLst>
        </pc:spChg>
        <pc:spChg chg="add mod">
          <ac:chgData name="Jakub Micał" userId="S::jakubmical@student.agh.edu.pl::54c74fde-de5b-46b3-9146-480d39aca9e2" providerId="AD" clId="Web-{2D3AD8E0-98D0-4A71-4DCD-AF028CAF7F29}" dt="2025-11-18T15:22:42.853" v="36" actId="1076"/>
          <ac:spMkLst>
            <pc:docMk/>
            <pc:sldMk cId="3107426906" sldId="294"/>
            <ac:spMk id="8" creationId="{6A8F796D-3FF1-1D5A-97A1-6105D5E3B92A}"/>
          </ac:spMkLst>
        </pc:spChg>
        <pc:spChg chg="add mod">
          <ac:chgData name="Jakub Micał" userId="S::jakubmical@student.agh.edu.pl::54c74fde-de5b-46b3-9146-480d39aca9e2" providerId="AD" clId="Web-{2D3AD8E0-98D0-4A71-4DCD-AF028CAF7F29}" dt="2025-11-18T15:23:17.603" v="48"/>
          <ac:spMkLst>
            <pc:docMk/>
            <pc:sldMk cId="3107426906" sldId="294"/>
            <ac:spMk id="10" creationId="{88B20946-BADA-05EE-FC4F-CA05C605622B}"/>
          </ac:spMkLst>
        </pc:spChg>
      </pc:sldChg>
      <pc:sldChg chg="add del replId">
        <pc:chgData name="Jakub Micał" userId="S::jakubmical@student.agh.edu.pl::54c74fde-de5b-46b3-9146-480d39aca9e2" providerId="AD" clId="Web-{2D3AD8E0-98D0-4A71-4DCD-AF028CAF7F29}" dt="2025-11-18T15:21:44.243" v="24"/>
        <pc:sldMkLst>
          <pc:docMk/>
          <pc:sldMk cId="953832260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11/19/2025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https://www.canva.com/design/DAG3MNHdPOE/nS01R2DVwyHZGDOIZlrGLA/edit?utm_content=DAG3MNHdPOE&amp;utm_campaign=designshare&amp;utm_medium=link2&amp;utm_source=sharebutton</a:t>
            </a:r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0022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2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21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8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0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9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4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0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5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3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8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1A8F8198-7178-5D3C-0F83-A4FE2C081FD8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6111281A-BBB4-3F87-9215-8EF145ACA6D4}"/>
              </a:ext>
            </a:extLst>
          </p:cNvPr>
          <p:cNvSpPr/>
          <p:nvPr/>
        </p:nvSpPr>
        <p:spPr>
          <a:xfrm>
            <a:off x="2300507" y="1240470"/>
            <a:ext cx="7591246" cy="302081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  <a:t>PROGRESS</a:t>
            </a:r>
            <a:b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</a:br>
            <a:r>
              <a:rPr lang="en-US" sz="8000" b="1">
                <a:solidFill>
                  <a:srgbClr val="FFFFFF"/>
                </a:solidFill>
                <a:latin typeface="Neue Haas Grotesk Text Pro"/>
                <a:ea typeface="Neue Haas Grotesk Text Pro"/>
                <a:cs typeface="Segoe UI"/>
              </a:rPr>
              <a:t>REPORT</a:t>
            </a:r>
            <a:r>
              <a:rPr lang="en-US" sz="8000">
                <a:latin typeface="Neue Haas Grotesk Text Pro"/>
                <a:ea typeface="Neue Haas Grotesk Text Pro"/>
                <a:cs typeface="Neue Haas Grotesk Text Pro"/>
              </a:rPr>
              <a:t>​</a:t>
            </a:r>
            <a:endParaRPr lang="pl-PL"/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3DE66B33-D261-5794-F8A9-3F82244D4C8C}"/>
              </a:ext>
            </a:extLst>
          </p:cNvPr>
          <p:cNvSpPr/>
          <p:nvPr/>
        </p:nvSpPr>
        <p:spPr>
          <a:xfrm>
            <a:off x="2300505" y="5898501"/>
            <a:ext cx="7591247" cy="833137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Hexagon Teams</a:t>
            </a:r>
            <a:endParaRPr lang="pl-P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20F69D-5D89-5BB0-84E9-5D1E9EA7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sz="4000">
                <a:ea typeface="+mj-lt"/>
                <a:cs typeface="+mj-lt"/>
              </a:rPr>
              <a:t>Prace nad głównymi systemami gry</a:t>
            </a:r>
            <a:endParaRPr lang="pl-PL" sz="4000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EE219CA-7513-AA34-B055-F76B1075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A3061-43BD-4825-9CF2-282F8E1FE45D}" type="datetime1">
              <a:rPr lang="en-US"/>
              <a:t>11/19/2025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B9CAE7C-8500-0B91-F32A-B8AB71F8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4" name="Obraz 3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B8853EFD-9DE4-A45C-4197-7862A6634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299"/>
            <a:ext cx="12192000" cy="624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35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3EB41AC3-66D7-88B2-3EBD-275890F91B71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7E9548-E58B-38C9-EBEE-61FE90D4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19.11.2025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8D7A00-2EEE-1B1A-6479-FFFF778F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209C021-006A-31C2-A79D-4B23AC1F4869}"/>
              </a:ext>
            </a:extLst>
          </p:cNvPr>
          <p:cNvSpPr/>
          <p:nvPr/>
        </p:nvSpPr>
        <p:spPr>
          <a:xfrm>
            <a:off x="232480" y="2711330"/>
            <a:ext cx="5982698" cy="372999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Funkcje odpowiadające za: </a:t>
            </a:r>
          </a:p>
          <a:p>
            <a:pPr marL="342900" indent="-342900" algn="ctr">
              <a:buFont typeface="Calibri"/>
              <a:buChar char="-"/>
            </a:pPr>
            <a:r>
              <a:rPr lang="pl-PL" sz="2400" b="1">
                <a:solidFill>
                  <a:schemeClr val="bg1"/>
                </a:solidFill>
              </a:rPr>
              <a:t>poruszanie kamerą, </a:t>
            </a:r>
          </a:p>
          <a:p>
            <a:pPr marL="342900" indent="-342900" algn="ctr">
              <a:buFont typeface="Calibri"/>
              <a:buChar char="-"/>
            </a:pPr>
            <a:r>
              <a:rPr lang="pl-PL" sz="2400" b="1" err="1">
                <a:solidFill>
                  <a:schemeClr val="bg1"/>
                </a:solidFill>
              </a:rPr>
              <a:t>panning</a:t>
            </a:r>
            <a:r>
              <a:rPr lang="pl-PL" sz="2400" b="1">
                <a:solidFill>
                  <a:schemeClr val="bg1"/>
                </a:solidFill>
              </a:rPr>
              <a:t> myszką,</a:t>
            </a:r>
          </a:p>
          <a:p>
            <a:pPr marL="342900" indent="-342900" algn="ctr">
              <a:buFont typeface="Calibri"/>
              <a:buChar char="-"/>
            </a:pPr>
            <a:r>
              <a:rPr lang="pl-PL" sz="2400" b="1">
                <a:solidFill>
                  <a:schemeClr val="bg1"/>
                </a:solidFill>
              </a:rPr>
              <a:t>zoom przy użyciu </a:t>
            </a:r>
            <a:r>
              <a:rPr lang="pl-PL" sz="2400" b="1" err="1">
                <a:solidFill>
                  <a:schemeClr val="bg1"/>
                </a:solidFill>
              </a:rPr>
              <a:t>scrolla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3C5D663-07E3-E323-CABA-EEE123F8B7AB}"/>
              </a:ext>
            </a:extLst>
          </p:cNvPr>
          <p:cNvSpPr/>
          <p:nvPr/>
        </p:nvSpPr>
        <p:spPr>
          <a:xfrm>
            <a:off x="232480" y="257244"/>
            <a:ext cx="5971814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Praca kamery</a:t>
            </a:r>
            <a:endParaRPr lang="pl-PL" sz="3600">
              <a:solidFill>
                <a:srgbClr val="000000"/>
              </a:solidFill>
            </a:endParaRPr>
          </a:p>
        </p:txBody>
      </p:sp>
      <p:pic>
        <p:nvPicPr>
          <p:cNvPr id="3" name="Obraz 2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1ADD00B-6DDE-5FDB-E5D7-5F597CBCB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161" y="0"/>
            <a:ext cx="55731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9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2067-D8B6-21AB-FEC2-EEBE251F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DF4F2056-8B67-18C5-C5C1-276AA932DE78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36F2214-392C-B45D-1B50-1D9E5B791F73}"/>
              </a:ext>
            </a:extLst>
          </p:cNvPr>
          <p:cNvSpPr/>
          <p:nvPr/>
        </p:nvSpPr>
        <p:spPr>
          <a:xfrm>
            <a:off x="219740" y="575614"/>
            <a:ext cx="6128696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6" name="Obraz 5" descr="Obraz zawierający tekst, zrzut ekranu, Czcionka, design&#10;&#10;Zawartość wygenerowana przez AI może być niepoprawna.">
            <a:extLst>
              <a:ext uri="{FF2B5EF4-FFF2-40B4-BE49-F238E27FC236}">
                <a16:creationId xmlns:a16="http://schemas.microsoft.com/office/drawing/2014/main" id="{ED9F8808-8BB8-4467-F0B9-87305067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810" y="403412"/>
            <a:ext cx="5996615" cy="6062382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33B531D-F69B-0F09-CB81-5B617752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10" y="582257"/>
            <a:ext cx="6125173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System mapy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C42CAD0-2728-A22D-A076-7315FD309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19.11.2025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6E6C07-52D7-6FFB-7C44-9841443D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1B0BE5CF-BF16-864A-6BB5-2BF4B6C68052}"/>
              </a:ext>
            </a:extLst>
          </p:cNvPr>
          <p:cNvSpPr/>
          <p:nvPr/>
        </p:nvSpPr>
        <p:spPr>
          <a:xfrm>
            <a:off x="198863" y="2946654"/>
            <a:ext cx="6151106" cy="314697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9B981A4-4558-2848-FDD9-89660963A831}"/>
              </a:ext>
            </a:extLst>
          </p:cNvPr>
          <p:cNvSpPr txBox="1"/>
          <p:nvPr/>
        </p:nvSpPr>
        <p:spPr>
          <a:xfrm>
            <a:off x="223682" y="3734859"/>
            <a:ext cx="612737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System reprezentacji i </a:t>
            </a:r>
            <a:r>
              <a:rPr lang="pl-PL" sz="2400" b="1" err="1">
                <a:solidFill>
                  <a:schemeClr val="bg1"/>
                </a:solidFill>
              </a:rPr>
              <a:t>zachowań</a:t>
            </a:r>
            <a:r>
              <a:rPr lang="pl-PL" sz="2400" b="1">
                <a:solidFill>
                  <a:schemeClr val="bg1"/>
                </a:solidFill>
              </a:rPr>
              <a:t> związanych z samą mapą, jej </a:t>
            </a:r>
            <a:r>
              <a:rPr lang="pl-PL" sz="2400" b="1" err="1">
                <a:solidFill>
                  <a:schemeClr val="bg1"/>
                </a:solidFill>
              </a:rPr>
              <a:t>poszególnymi</a:t>
            </a:r>
            <a:r>
              <a:rPr lang="pl-PL" sz="2400" b="1">
                <a:solidFill>
                  <a:schemeClr val="bg1"/>
                </a:solidFill>
              </a:rPr>
              <a:t> </a:t>
            </a:r>
            <a:r>
              <a:rPr lang="pl-PL" sz="2400" b="1" err="1">
                <a:solidFill>
                  <a:schemeClr val="bg1"/>
                </a:solidFill>
              </a:rPr>
              <a:t>tile'ami</a:t>
            </a:r>
            <a:r>
              <a:rPr lang="pl-PL" sz="2400" b="1">
                <a:solidFill>
                  <a:schemeClr val="bg1"/>
                </a:solidFill>
              </a:rPr>
              <a:t> i ich charakterystykami. </a:t>
            </a:r>
          </a:p>
        </p:txBody>
      </p:sp>
    </p:spTree>
    <p:extLst>
      <p:ext uri="{BB962C8B-B14F-4D97-AF65-F5344CB8AC3E}">
        <p14:creationId xmlns:p14="http://schemas.microsoft.com/office/powerpoint/2010/main" val="747512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D0-E8B6-3189-58D4-DC3E4C32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0333BF80-EDBC-B029-565E-42818FEFA094}"/>
              </a:ext>
            </a:extLst>
          </p:cNvPr>
          <p:cNvSpPr/>
          <p:nvPr/>
        </p:nvSpPr>
        <p:spPr>
          <a:xfrm>
            <a:off x="-1595" y="-151996"/>
            <a:ext cx="12179193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3A61AB-DB70-55A7-0C53-9EC154E5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19.11.2025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BA86EF1-587D-7292-B7B2-3B2D8FFAE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3" name="Obraz 2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A23061A4-6829-87C7-D81E-16AB29B16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882" y="235323"/>
            <a:ext cx="5790383" cy="657785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E05B4E12-47B6-8099-9660-5D22EF7B5AC2}"/>
              </a:ext>
            </a:extLst>
          </p:cNvPr>
          <p:cNvSpPr/>
          <p:nvPr/>
        </p:nvSpPr>
        <p:spPr>
          <a:xfrm>
            <a:off x="277982" y="2879418"/>
            <a:ext cx="6154841" cy="366244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UI Elementy stanowią podstawowy, autonomiczny fragment naszego UI Systemu. Dzięki systemowi 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hierarchii</a:t>
            </a:r>
            <a:r>
              <a:rPr lang="pl-PL" sz="2400" b="1">
                <a:solidFill>
                  <a:schemeClr val="bg1"/>
                </a:solidFill>
              </a:rPr>
              <a:t>, a także metodom każdego z nich umożliwiają logiczne zarządzanie, abstrakcjonując wewnętrzną logikę programu na rzecz ich komponowania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23631D4-B079-C3C2-7516-7470C1180E0F}"/>
              </a:ext>
            </a:extLst>
          </p:cNvPr>
          <p:cNvSpPr/>
          <p:nvPr/>
        </p:nvSpPr>
        <p:spPr>
          <a:xfrm>
            <a:off x="286208" y="519584"/>
            <a:ext cx="6150035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Struktura UI</a:t>
            </a:r>
            <a:endParaRPr lang="pl-PL" sz="3600">
              <a:solidFill>
                <a:schemeClr val="bg1"/>
              </a:solidFill>
            </a:endParaRPr>
          </a:p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8653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4B15-F601-044B-6A3E-C8B28975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E076C9A1-F8AE-46E6-2E40-E2B0FF58CA44}"/>
              </a:ext>
            </a:extLst>
          </p:cNvPr>
          <p:cNvSpPr/>
          <p:nvPr/>
        </p:nvSpPr>
        <p:spPr>
          <a:xfrm>
            <a:off x="-1595" y="-151996"/>
            <a:ext cx="12190398" cy="7025794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8CEB9E8-22B6-3E09-539D-69D3FE32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19.11.2025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78FE27B-E9F4-A7A7-FAEA-572E92F3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A37EAF5B-4A69-77AD-ED24-D506C9DBE6AD}"/>
              </a:ext>
            </a:extLst>
          </p:cNvPr>
          <p:cNvSpPr/>
          <p:nvPr/>
        </p:nvSpPr>
        <p:spPr>
          <a:xfrm>
            <a:off x="505423" y="205819"/>
            <a:ext cx="11158365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Hierarchia UI</a:t>
            </a:r>
            <a:endParaRPr lang="pl-PL" sz="3600">
              <a:solidFill>
                <a:schemeClr val="bg1"/>
              </a:solidFill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0B2A2C6C-7A93-A3AC-7A9D-940EDBCFFEFC}"/>
              </a:ext>
            </a:extLst>
          </p:cNvPr>
          <p:cNvSpPr/>
          <p:nvPr/>
        </p:nvSpPr>
        <p:spPr>
          <a:xfrm>
            <a:off x="510325" y="2413377"/>
            <a:ext cx="11170270" cy="423394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Interface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C281BD69-5DEF-5593-490D-B96AAC4A8926}"/>
              </a:ext>
            </a:extLst>
          </p:cNvPr>
          <p:cNvSpPr/>
          <p:nvPr/>
        </p:nvSpPr>
        <p:spPr>
          <a:xfrm>
            <a:off x="1451619" y="3354669"/>
            <a:ext cx="9265271" cy="3090941"/>
          </a:xfrm>
          <a:prstGeom prst="roundRect">
            <a:avLst/>
          </a:prstGeom>
          <a:solidFill>
            <a:srgbClr val="4F6A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pl-PL" sz="3600" b="1" err="1">
                <a:solidFill>
                  <a:schemeClr val="bg1"/>
                </a:solidFill>
              </a:rPr>
              <a:t>Context</a:t>
            </a:r>
            <a:endParaRPr lang="pl-PL" err="1"/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82995836-89A9-B26E-EB1F-0C9A8C032667}"/>
              </a:ext>
            </a:extLst>
          </p:cNvPr>
          <p:cNvSpPr/>
          <p:nvPr/>
        </p:nvSpPr>
        <p:spPr>
          <a:xfrm>
            <a:off x="3042852" y="4172699"/>
            <a:ext cx="6116421" cy="2116028"/>
          </a:xfrm>
          <a:prstGeom prst="roundRect">
            <a:avLst/>
          </a:prstGeom>
          <a:solidFill>
            <a:srgbClr val="6D95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pl-PL" sz="3600" b="1" err="1">
                <a:solidFill>
                  <a:schemeClr val="bg1"/>
                </a:solidFill>
              </a:rPr>
              <a:t>Layer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BF40DC5E-7995-6A2D-7475-961542218BCD}"/>
              </a:ext>
            </a:extLst>
          </p:cNvPr>
          <p:cNvSpPr/>
          <p:nvPr/>
        </p:nvSpPr>
        <p:spPr>
          <a:xfrm>
            <a:off x="4197059" y="5013141"/>
            <a:ext cx="3774390" cy="1096293"/>
          </a:xfrm>
          <a:prstGeom prst="roundRect">
            <a:avLst/>
          </a:prstGeom>
          <a:solidFill>
            <a:srgbClr val="88BA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Element</a:t>
            </a:r>
          </a:p>
        </p:txBody>
      </p:sp>
    </p:spTree>
    <p:extLst>
      <p:ext uri="{BB962C8B-B14F-4D97-AF65-F5344CB8AC3E}">
        <p14:creationId xmlns:p14="http://schemas.microsoft.com/office/powerpoint/2010/main" val="3311316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FB213F-D69E-69AC-6158-ED2D7BF5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770F-63BF-4AFD-9488-DFEA4AAC3C29}" type="datetime1">
              <a:rPr lang="en-US"/>
              <a:t>11/19/2025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CAA0CA-7596-DBA1-4A5F-EB9BAB9C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1C193F-041B-FB29-A889-7BD20794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6A8F796D-3FF1-1D5A-97A1-6105D5E3B92A}"/>
              </a:ext>
            </a:extLst>
          </p:cNvPr>
          <p:cNvSpPr/>
          <p:nvPr/>
        </p:nvSpPr>
        <p:spPr>
          <a:xfrm>
            <a:off x="-91242" y="-95967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88B20946-BADA-05EE-FC4F-CA05C605622B}"/>
              </a:ext>
            </a:extLst>
          </p:cNvPr>
          <p:cNvSpPr/>
          <p:nvPr/>
        </p:nvSpPr>
        <p:spPr>
          <a:xfrm>
            <a:off x="465502" y="2671114"/>
            <a:ext cx="11260683" cy="1533324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310742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DF7B-FB62-D2D1-850D-41C977D0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FB93BFA9-E477-F7BF-AAEB-24DF4BD12D43}"/>
              </a:ext>
            </a:extLst>
          </p:cNvPr>
          <p:cNvSpPr/>
          <p:nvPr/>
        </p:nvSpPr>
        <p:spPr>
          <a:xfrm>
            <a:off x="-1595" y="-75796"/>
            <a:ext cx="12380898" cy="6939669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094383D-1884-DA48-B200-397723E74CFC}"/>
              </a:ext>
            </a:extLst>
          </p:cNvPr>
          <p:cNvSpPr/>
          <p:nvPr/>
        </p:nvSpPr>
        <p:spPr>
          <a:xfrm>
            <a:off x="230178" y="575614"/>
            <a:ext cx="6285272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A008B07-BCFB-7126-EFBD-0E80C782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582257"/>
            <a:ext cx="6281749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EOS Manager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83609F-CEB1-21AF-240F-311922BB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19.11.2025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E62CD6C-8D40-2031-F621-CB62C2C7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8CA14F4D-CC3F-8FDC-77F0-88B7C1646EE9}"/>
              </a:ext>
            </a:extLst>
          </p:cNvPr>
          <p:cNvSpPr/>
          <p:nvPr/>
        </p:nvSpPr>
        <p:spPr>
          <a:xfrm>
            <a:off x="229503" y="2838529"/>
            <a:ext cx="6288669" cy="3610750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</a:rPr>
              <a:t>Odpowiada za współpracę </a:t>
            </a:r>
            <a:br>
              <a:rPr lang="pl-PL" sz="2400" b="1">
                <a:solidFill>
                  <a:schemeClr val="bg1"/>
                </a:solidFill>
              </a:rPr>
            </a:br>
            <a:r>
              <a:rPr lang="pl-PL" sz="2400" b="1">
                <a:solidFill>
                  <a:schemeClr val="bg1"/>
                </a:solidFill>
              </a:rPr>
              <a:t>z poszczególnymi komponentami: HWID, Lobby Manager, </a:t>
            </a:r>
            <a:br>
              <a:rPr lang="pl-PL" sz="2400" b="1">
                <a:solidFill>
                  <a:schemeClr val="bg1"/>
                </a:solidFill>
              </a:rPr>
            </a:br>
            <a:r>
              <a:rPr lang="pl-PL" sz="2400" b="1" err="1">
                <a:solidFill>
                  <a:schemeClr val="bg1"/>
                </a:solidFill>
              </a:rPr>
              <a:t>Logging</a:t>
            </a:r>
            <a:r>
              <a:rPr lang="pl-PL" sz="2400" b="1">
                <a:solidFill>
                  <a:schemeClr val="bg1"/>
                </a:solidFill>
              </a:rPr>
              <a:t> Manager.</a:t>
            </a: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Łącznie odpowiadają one za obsługę </a:t>
            </a:r>
            <a:r>
              <a:rPr lang="pl-PL" sz="2400" b="1" err="1">
                <a:solidFill>
                  <a:schemeClr val="bg1"/>
                </a:solidFill>
              </a:rPr>
              <a:t>wywołań</a:t>
            </a:r>
            <a:r>
              <a:rPr lang="pl-PL" sz="2400" b="1">
                <a:solidFill>
                  <a:schemeClr val="bg1"/>
                </a:solidFill>
              </a:rPr>
              <a:t> i odpowiedzi sieciowe poprzez EOS SDK</a:t>
            </a:r>
            <a:endParaRPr lang="pl-PL">
              <a:solidFill>
                <a:schemeClr val="bg1"/>
              </a:solidFill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F20BCECB-C761-A91E-6AC1-AD2D1A04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308" y="-56029"/>
            <a:ext cx="54177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54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B8EE-4A01-7D31-78EF-2C4B5BF0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58089E9C-0153-416E-9FB4-E520AAF9F023}"/>
              </a:ext>
            </a:extLst>
          </p:cNvPr>
          <p:cNvSpPr/>
          <p:nvPr/>
        </p:nvSpPr>
        <p:spPr>
          <a:xfrm>
            <a:off x="-1595" y="-151996"/>
            <a:ext cx="12380898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6B76E37-725E-C66A-D3DC-DFED3DED4FA8}"/>
              </a:ext>
            </a:extLst>
          </p:cNvPr>
          <p:cNvSpPr/>
          <p:nvPr/>
        </p:nvSpPr>
        <p:spPr>
          <a:xfrm>
            <a:off x="230178" y="575614"/>
            <a:ext cx="5836423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E7B8B5F-A8B8-7E88-598E-CDA5D1E0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582257"/>
            <a:ext cx="5822461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err="1">
                <a:solidFill>
                  <a:schemeClr val="bg1"/>
                </a:solidFill>
              </a:rPr>
              <a:t>Delegate</a:t>
            </a:r>
            <a:r>
              <a:rPr lang="pl-PL">
                <a:solidFill>
                  <a:schemeClr val="bg1"/>
                </a:solidFill>
              </a:rPr>
              <a:t> System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B1CAFAE-FB0A-9470-C5C3-9D1BD5FA9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19.11.2025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28D6B86-0309-A9EC-4DE4-C86CD2A89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E72ECC5C-A095-D94A-395D-76A9CED0A43D}"/>
              </a:ext>
            </a:extLst>
          </p:cNvPr>
          <p:cNvSpPr/>
          <p:nvPr/>
        </p:nvSpPr>
        <p:spPr>
          <a:xfrm>
            <a:off x="227340" y="2913580"/>
            <a:ext cx="5828963" cy="3342269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Realizacja wzorca 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Wydawca-Subskrybent 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(Publisher-</a:t>
            </a:r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Subscriber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). Umożliwia klasom subskrybowanie zdarzeń poprzez rejestrację funkcji, które są następnie wywoływane 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w momencie rozgłoszenia danego zdarzenia.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B024265-A77A-B867-40AC-C3A1B8E99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709" y="-460"/>
            <a:ext cx="6192392" cy="689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09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D0D0-EBA7-D044-066C-50622E2D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A349DD1B-58EF-8CCB-01D3-05EACBB6B448}"/>
              </a:ext>
            </a:extLst>
          </p:cNvPr>
          <p:cNvSpPr/>
          <p:nvPr/>
        </p:nvSpPr>
        <p:spPr>
          <a:xfrm>
            <a:off x="-1595" y="-151996"/>
            <a:ext cx="12190398" cy="701458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164E2CD4-128B-4517-4094-415477717C3D}"/>
              </a:ext>
            </a:extLst>
          </p:cNvPr>
          <p:cNvSpPr/>
          <p:nvPr/>
        </p:nvSpPr>
        <p:spPr>
          <a:xfrm>
            <a:off x="364648" y="183408"/>
            <a:ext cx="5993919" cy="1656588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8C8BE30-20FA-74A2-4B55-BE0401BB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18" y="190051"/>
            <a:ext cx="5990396" cy="16477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err="1">
                <a:solidFill>
                  <a:schemeClr val="bg1"/>
                </a:solidFill>
              </a:rPr>
              <a:t>Connections</a:t>
            </a:r>
            <a:r>
              <a:rPr lang="pl-PL">
                <a:solidFill>
                  <a:schemeClr val="bg1"/>
                </a:solidFill>
              </a:rPr>
              <a:t> Manager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5A4D7C7-932A-3CDD-9AD9-4BA4F6D8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7DAD5-94F2-460D-84F1-DD48B92C9635}" type="datetime1">
              <a:rPr lang="pl-PL"/>
              <a:t>19.11.2025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9DA335-4722-174B-E0C4-A100A295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435DD0E-B481-8678-D31B-862A0FCFA0C2}"/>
              </a:ext>
            </a:extLst>
          </p:cNvPr>
          <p:cNvSpPr/>
          <p:nvPr/>
        </p:nvSpPr>
        <p:spPr>
          <a:xfrm>
            <a:off x="6756072" y="597033"/>
            <a:ext cx="5202661" cy="5863131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Nadrzędna warstwa naszego systemu sieciowego. Jego celem jest udostępnienie innym modułom gry wysokopoziomowych funkcji </a:t>
            </a:r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hostowania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i dołączania do sesji, </a:t>
            </a:r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abstrakcjonując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  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szczegółowe mechanizmy korzystania 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z </a:t>
            </a:r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Epic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 Online Services.</a:t>
            </a:r>
            <a:endParaRPr lang="pl-PL" sz="2400" b="1">
              <a:solidFill>
                <a:schemeClr val="bg1"/>
              </a:solidFill>
            </a:endParaRPr>
          </a:p>
        </p:txBody>
      </p:sp>
      <p:pic>
        <p:nvPicPr>
          <p:cNvPr id="8" name="Obraz 7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6467223E-ACAE-37F2-937E-7B5344C1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21" y="1837764"/>
            <a:ext cx="5977094" cy="497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46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96A750D-CBB0-9421-1CC7-DE7FE84AE4D5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21292FC-1506-3CC4-C242-0D60B124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C5157-823D-4157-83D6-E3E6CD99E60B}" type="datetime1">
              <a:rPr lang="en-US"/>
              <a:t>11/19/2025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498CCF4-4CB4-FC3F-B1A2-0390163D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6DA9BFB3-82A0-BC80-818F-63490724BE33}"/>
              </a:ext>
            </a:extLst>
          </p:cNvPr>
          <p:cNvSpPr/>
          <p:nvPr/>
        </p:nvSpPr>
        <p:spPr>
          <a:xfrm>
            <a:off x="-341973" y="-154551"/>
            <a:ext cx="12709028" cy="7047263"/>
          </a:xfrm>
          <a:prstGeom prst="rect">
            <a:avLst/>
          </a:prstGeom>
          <a:solidFill>
            <a:srgbClr val="0208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 descr="Obraz zawierający tekst, zrzut ekranu, diagram, Plan&#10;&#10;Zawartość wygenerowana przez AI może być niepoprawna.">
            <a:extLst>
              <a:ext uri="{FF2B5EF4-FFF2-40B4-BE49-F238E27FC236}">
                <a16:creationId xmlns:a16="http://schemas.microsoft.com/office/drawing/2014/main" id="{6E779AF6-C9D0-0B55-A077-18916BB07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94" y="-30817"/>
            <a:ext cx="8162925" cy="690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27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E486116B-AF72-F659-5E7E-2D2574AF448E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AFB3E5-53CB-76C8-6824-DE7DA09A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BC60-B49E-4E21-BC84-BE02B05D7491}" type="datetime1">
              <a:rPr lang="en-US"/>
              <a:t>11/19/2025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B93A5A2-2D73-332F-E21A-861E4B2F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1B8456D4-9F09-636B-13B3-D5AF50737485}"/>
              </a:ext>
            </a:extLst>
          </p:cNvPr>
          <p:cNvSpPr/>
          <p:nvPr/>
        </p:nvSpPr>
        <p:spPr>
          <a:xfrm>
            <a:off x="1188823" y="1976711"/>
            <a:ext cx="9812594" cy="2787297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5400" b="1">
                <a:solidFill>
                  <a:schemeClr val="bg1"/>
                </a:solidFill>
              </a:rPr>
              <a:t>Prezentacja </a:t>
            </a:r>
            <a:r>
              <a:rPr lang="pl-PL" sz="5400" b="1" err="1">
                <a:solidFill>
                  <a:schemeClr val="bg1"/>
                </a:solidFill>
              </a:rPr>
              <a:t>Networkingu</a:t>
            </a:r>
            <a:endParaRPr lang="pl-PL" sz="54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855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FFAF-EAD8-9197-4AEF-FCA4F543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1EA15568-7295-A9E3-D769-E1721C249B38}"/>
              </a:ext>
            </a:extLst>
          </p:cNvPr>
          <p:cNvSpPr/>
          <p:nvPr/>
        </p:nvSpPr>
        <p:spPr>
          <a:xfrm>
            <a:off x="-337771" y="-151996"/>
            <a:ext cx="12508307" cy="7017658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FCB57E5-9913-097C-FDFF-5006714A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BC60-B49E-4E21-BC84-BE02B05D7491}" type="datetime1">
              <a:rPr lang="en-US"/>
              <a:t>11/19/2025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704730-4089-C57B-14C3-2D14667A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75033FB1-D6AF-E104-E4F9-799E0DBCB587}"/>
              </a:ext>
            </a:extLst>
          </p:cNvPr>
          <p:cNvSpPr/>
          <p:nvPr/>
        </p:nvSpPr>
        <p:spPr>
          <a:xfrm>
            <a:off x="479016" y="358766"/>
            <a:ext cx="11075942" cy="135724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5400" b="1">
                <a:solidFill>
                  <a:schemeClr val="bg1"/>
                </a:solidFill>
              </a:rPr>
              <a:t>Zastosowania AI</a:t>
            </a: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59C9FE8-2EC4-DA0F-83C6-A90161C9787D}"/>
              </a:ext>
            </a:extLst>
          </p:cNvPr>
          <p:cNvSpPr/>
          <p:nvPr/>
        </p:nvSpPr>
        <p:spPr>
          <a:xfrm>
            <a:off x="480698" y="2328796"/>
            <a:ext cx="7800366" cy="3898531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Kategoria:</a:t>
            </a:r>
          </a:p>
          <a:p>
            <a:pPr algn="ctr"/>
            <a:endParaRPr lang="pl-PL" sz="2400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Research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 – przygotowania do prac</a:t>
            </a:r>
          </a:p>
          <a:p>
            <a:pPr algn="ctr"/>
            <a:endParaRPr lang="pl-PL" sz="2400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pl-PL" sz="2400" b="1" err="1">
                <a:solidFill>
                  <a:schemeClr val="bg1"/>
                </a:solidFill>
                <a:ea typeface="+mn-lt"/>
                <a:cs typeface="+mn-lt"/>
              </a:rPr>
              <a:t>Code</a:t>
            </a: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 - część techniczna prac</a:t>
            </a:r>
          </a:p>
          <a:p>
            <a:pPr algn="ctr"/>
            <a:endParaRPr lang="pl-PL" sz="2400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Design – to, co widzi użytkownik</a:t>
            </a: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pl-PL" sz="24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Presentation – cele pokazowe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E5257D95-068D-FF5F-808C-0FEB53F2750F}"/>
              </a:ext>
            </a:extLst>
          </p:cNvPr>
          <p:cNvSpPr/>
          <p:nvPr/>
        </p:nvSpPr>
        <p:spPr>
          <a:xfrm>
            <a:off x="9113218" y="2328795"/>
            <a:ext cx="2424154" cy="3898531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2400" b="1">
                <a:solidFill>
                  <a:schemeClr val="bg1"/>
                </a:solidFill>
                <a:ea typeface="+mn-lt"/>
                <a:cs typeface="+mn-lt"/>
              </a:rPr>
              <a:t>Procent: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 &lt; 5%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&lt; 1%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&lt; 1%</a:t>
            </a:r>
          </a:p>
          <a:p>
            <a:pPr algn="ctr"/>
            <a:endParaRPr lang="pl-PL" sz="2400" b="1">
              <a:solidFill>
                <a:schemeClr val="bg1"/>
              </a:solidFill>
            </a:endParaRPr>
          </a:p>
          <a:p>
            <a:pPr algn="ctr"/>
            <a:r>
              <a:rPr lang="pl-PL" sz="2400" b="1">
                <a:solidFill>
                  <a:schemeClr val="bg1"/>
                </a:solidFill>
              </a:rPr>
              <a:t>&lt; 5%</a:t>
            </a:r>
          </a:p>
        </p:txBody>
      </p:sp>
    </p:spTree>
    <p:extLst>
      <p:ext uri="{BB962C8B-B14F-4D97-AF65-F5344CB8AC3E}">
        <p14:creationId xmlns:p14="http://schemas.microsoft.com/office/powerpoint/2010/main" val="1273621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0EF19C9E-6A00-BC9E-32CA-EEF3E072A196}"/>
              </a:ext>
            </a:extLst>
          </p:cNvPr>
          <p:cNvSpPr/>
          <p:nvPr/>
        </p:nvSpPr>
        <p:spPr>
          <a:xfrm>
            <a:off x="-337771" y="-151996"/>
            <a:ext cx="12717074" cy="7059411"/>
          </a:xfrm>
          <a:prstGeom prst="rect">
            <a:avLst/>
          </a:prstGeom>
          <a:solidFill>
            <a:srgbClr val="ABB8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A5FE477-F00C-7698-F206-2685183E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DE17-89DC-452A-96DC-81BA7A2497A5}" type="datetime1">
              <a:rPr lang="en-US"/>
              <a:t>11/19/2025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2FA036-3A97-A7F0-5BFA-1EDBA9F4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00B9B817-3027-407D-BD90-FF646BFC50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4048" y="-1"/>
            <a:ext cx="6740627" cy="5100484"/>
          </a:xfrm>
          <a:prstGeom prst="rect">
            <a:avLst/>
          </a:prstGeom>
        </p:spPr>
      </p:pic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F120F29B-AA41-0112-396C-2C948411A6AB}"/>
              </a:ext>
            </a:extLst>
          </p:cNvPr>
          <p:cNvSpPr/>
          <p:nvPr/>
        </p:nvSpPr>
        <p:spPr>
          <a:xfrm>
            <a:off x="1034263" y="5101430"/>
            <a:ext cx="9812594" cy="1401843"/>
          </a:xfrm>
          <a:prstGeom prst="roundRect">
            <a:avLst/>
          </a:prstGeom>
          <a:solidFill>
            <a:srgbClr val="2632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l-PL" sz="3600" b="1">
                <a:solidFill>
                  <a:schemeClr val="bg1"/>
                </a:solidFill>
              </a:rPr>
              <a:t>Dziękujemy za uwagę i czas na Q&amp;A</a:t>
            </a:r>
            <a:endParaRPr lang="pl-PL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106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3CE7D-BFC6-4030-A335-E7F88DB6641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VanillaVTI</vt:lpstr>
      <vt:lpstr>PowerPoint Presentation</vt:lpstr>
      <vt:lpstr>Prace nad głównymi systemami gry</vt:lpstr>
      <vt:lpstr>PowerPoint Presentation</vt:lpstr>
      <vt:lpstr>System mapy</vt:lpstr>
      <vt:lpstr>PowerPoint Presentation</vt:lpstr>
      <vt:lpstr>PowerPoint Presentation</vt:lpstr>
      <vt:lpstr>PowerPoint Presentation</vt:lpstr>
      <vt:lpstr>EOS Manager</vt:lpstr>
      <vt:lpstr>Delegate System</vt:lpstr>
      <vt:lpstr>Connections Manager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2025-10-28T11:44:35Z</dcterms:created>
  <dcterms:modified xsi:type="dcterms:W3CDTF">2025-11-19T18:51:02Z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